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2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7"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 name="Google Shape;4;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400"/>
              </a:spcBef>
              <a:spcAft>
                <a:spcPts val="0"/>
              </a:spcAft>
              <a:buSzPts val="1400"/>
              <a:buNone/>
              <a:defRPr b="0" i="0" sz="1200" u="none" cap="none" strike="noStrike">
                <a:latin typeface="Arial"/>
                <a:ea typeface="Arial"/>
                <a:cs typeface="Arial"/>
                <a:sym typeface="Arial"/>
              </a:defRPr>
            </a:lvl1pPr>
            <a:lvl2pPr indent="-228600" lvl="1" marL="914400" marR="0" rtl="0" algn="l">
              <a:spcBef>
                <a:spcPts val="400"/>
              </a:spcBef>
              <a:spcAft>
                <a:spcPts val="0"/>
              </a:spcAft>
              <a:buSzPts val="1400"/>
              <a:buNone/>
              <a:defRPr b="0" i="0" sz="1200" u="none" cap="none" strike="noStrike">
                <a:latin typeface="Arial"/>
                <a:ea typeface="Arial"/>
                <a:cs typeface="Arial"/>
                <a:sym typeface="Arial"/>
              </a:defRPr>
            </a:lvl2pPr>
            <a:lvl3pPr indent="-228600" lvl="2" marL="1371600" marR="0" rtl="0" algn="l">
              <a:spcBef>
                <a:spcPts val="400"/>
              </a:spcBef>
              <a:spcAft>
                <a:spcPts val="0"/>
              </a:spcAft>
              <a:buSzPts val="1400"/>
              <a:buNone/>
              <a:defRPr b="0" i="0" sz="1200" u="none" cap="none" strike="noStrike">
                <a:latin typeface="Arial"/>
                <a:ea typeface="Arial"/>
                <a:cs typeface="Arial"/>
                <a:sym typeface="Arial"/>
              </a:defRPr>
            </a:lvl3pPr>
            <a:lvl4pPr indent="-228600" lvl="3" marL="1828800" marR="0" rtl="0" algn="l">
              <a:spcBef>
                <a:spcPts val="400"/>
              </a:spcBef>
              <a:spcAft>
                <a:spcPts val="0"/>
              </a:spcAft>
              <a:buSzPts val="1400"/>
              <a:buNone/>
              <a:defRPr b="0" i="0" sz="1200" u="none" cap="none" strike="noStrike">
                <a:latin typeface="Arial"/>
                <a:ea typeface="Arial"/>
                <a:cs typeface="Arial"/>
                <a:sym typeface="Arial"/>
              </a:defRPr>
            </a:lvl4pPr>
            <a:lvl5pPr indent="-228600" lvl="4" marL="2286000" marR="0" rtl="0" algn="l">
              <a:spcBef>
                <a:spcPts val="400"/>
              </a:spcBef>
              <a:spcAft>
                <a:spcPts val="0"/>
              </a:spcAft>
              <a:buSzPts val="1400"/>
              <a:buNone/>
              <a:defRPr b="0" i="0" sz="1200" u="none" cap="none" strike="noStrike">
                <a:latin typeface="Arial"/>
                <a:ea typeface="Arial"/>
                <a:cs typeface="Arial"/>
                <a:sym typeface="Arial"/>
              </a:defRPr>
            </a:lvl5pPr>
            <a:lvl6pPr indent="-228600" lvl="5" marL="2743200" marR="0" rtl="0" algn="l">
              <a:spcBef>
                <a:spcPts val="400"/>
              </a:spcBef>
              <a:spcAft>
                <a:spcPts val="0"/>
              </a:spcAft>
              <a:buSzPts val="1400"/>
              <a:buNone/>
              <a:defRPr b="0" i="0" sz="1200" u="none" cap="none" strike="noStrike">
                <a:latin typeface="Arial"/>
                <a:ea typeface="Arial"/>
                <a:cs typeface="Arial"/>
                <a:sym typeface="Arial"/>
              </a:defRPr>
            </a:lvl6pPr>
            <a:lvl7pPr indent="-228600" lvl="6" marL="3200400" marR="0" rtl="0" algn="l">
              <a:spcBef>
                <a:spcPts val="400"/>
              </a:spcBef>
              <a:spcAft>
                <a:spcPts val="0"/>
              </a:spcAft>
              <a:buSzPts val="1400"/>
              <a:buNone/>
              <a:defRPr b="0" i="0" sz="1200" u="none" cap="none" strike="noStrike">
                <a:latin typeface="Arial"/>
                <a:ea typeface="Arial"/>
                <a:cs typeface="Arial"/>
                <a:sym typeface="Arial"/>
              </a:defRPr>
            </a:lvl7pPr>
            <a:lvl8pPr indent="-228600" lvl="7" marL="3657600" marR="0" rtl="0" algn="l">
              <a:spcBef>
                <a:spcPts val="400"/>
              </a:spcBef>
              <a:spcAft>
                <a:spcPts val="0"/>
              </a:spcAft>
              <a:buSzPts val="1400"/>
              <a:buNone/>
              <a:defRPr b="0" i="0" sz="1200" u="none" cap="none" strike="noStrike">
                <a:latin typeface="Arial"/>
                <a:ea typeface="Arial"/>
                <a:cs typeface="Arial"/>
                <a:sym typeface="Arial"/>
              </a:defRPr>
            </a:lvl8pPr>
            <a:lvl9pPr indent="-228600" lvl="8" marL="4114800" marR="0" rtl="0" algn="l">
              <a:spcBef>
                <a:spcPts val="400"/>
              </a:spcBef>
              <a:spcAft>
                <a:spcPts val="0"/>
              </a:spcAft>
              <a:buSzPts val="1400"/>
              <a:buNone/>
              <a:defRPr b="0" i="0" sz="1200" u="none" cap="none" strike="noStrike">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 name="Google Shape;47;p1: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If something goes wrong in your code and you get an error or a </a:t>
            </a:r>
            <a:r>
              <a:rPr lang="de-DE"/>
              <a:t>wrong</a:t>
            </a:r>
            <a:r>
              <a:rPr lang="de-DE"/>
              <a:t> result, what do you do? </a:t>
            </a:r>
            <a:endParaRPr/>
          </a:p>
          <a:p>
            <a:pPr indent="0" lvl="0" marL="0" rtl="0" algn="l">
              <a:spcBef>
                <a:spcPts val="400"/>
              </a:spcBef>
              <a:spcAft>
                <a:spcPts val="0"/>
              </a:spcAft>
              <a:buNone/>
            </a:pPr>
            <a:r>
              <a:rPr lang="de-DE"/>
              <a:t>Does anyone just read their code, think about it, and find the error that way?</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The goal of this section is to motivate you to give debugging a try if you think you could improve the way to fix the problems in your code.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2: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400"/>
              </a:spcBef>
              <a:spcAft>
                <a:spcPts val="0"/>
              </a:spcAft>
              <a:buNone/>
            </a:pPr>
            <a:r>
              <a:rPr lang="de-DE"/>
              <a:t>The use of “bug in the code” or “bug in the process” is older than this actual bug.</a:t>
            </a:r>
            <a:endParaRPr/>
          </a:p>
          <a:p>
            <a:pPr indent="0" lvl="0" marL="0" rtl="0" algn="l">
              <a:spcBef>
                <a:spcPts val="400"/>
              </a:spcBef>
              <a:spcAft>
                <a:spcPts val="0"/>
              </a:spcAft>
              <a:buNone/>
            </a:pPr>
            <a:r>
              <a:rPr lang="de-DE"/>
              <a:t>Also, look at this lab book!</a:t>
            </a:r>
            <a:endParaRPr/>
          </a:p>
        </p:txBody>
      </p:sp>
      <p:sp>
        <p:nvSpPr>
          <p:cNvPr id="55" name="Google Shape;55;p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7" name="Google Shape;67;p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First two points</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BUT Bugs are inevitable. </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And finding them after you have written them is something that we spend a lot of time on, </a:t>
            </a:r>
            <a:endParaRPr/>
          </a:p>
          <a:p>
            <a:pPr indent="0" lvl="0" marL="0" rtl="0" algn="l">
              <a:spcBef>
                <a:spcPts val="400"/>
              </a:spcBef>
              <a:spcAft>
                <a:spcPts val="0"/>
              </a:spcAft>
              <a:buNone/>
            </a:pPr>
            <a:r>
              <a:rPr lang="de-DE"/>
              <a:t>so we want to have a good way of finding and eliminating them. </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This is why we want to show you how to debug, </a:t>
            </a:r>
            <a:endParaRPr/>
          </a:p>
          <a:p>
            <a:pPr indent="0" lvl="0" marL="0" rtl="0" algn="l">
              <a:spcBef>
                <a:spcPts val="400"/>
              </a:spcBef>
              <a:spcAft>
                <a:spcPts val="0"/>
              </a:spcAft>
              <a:buNone/>
            </a:pPr>
            <a:r>
              <a:rPr lang="de-DE"/>
              <a:t>Debugging is &lt;&lt;&lt;third point&gt;&gt;&gt;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This is helpful because you obviously wrote some code that you think does one thing, but actually is doing something else. </a:t>
            </a:r>
            <a:endParaRPr/>
          </a:p>
          <a:p>
            <a:pPr indent="0" lvl="0" marL="0" rtl="0" algn="l">
              <a:spcBef>
                <a:spcPts val="400"/>
              </a:spcBef>
              <a:spcAft>
                <a:spcPts val="0"/>
              </a:spcAft>
              <a:buNone/>
            </a:pPr>
            <a:r>
              <a:rPr lang="de-DE"/>
              <a:t>And you want to be able to find out at what point exactly it is going wrong, why it is going wrong and how to fix it </a:t>
            </a:r>
            <a:endParaRPr/>
          </a:p>
          <a:p>
            <a:pPr indent="0" lvl="0" marL="0" rtl="0" algn="l">
              <a:spcBef>
                <a:spcPts val="400"/>
              </a:spcBef>
              <a:spcAft>
                <a:spcPts val="0"/>
              </a:spcAft>
              <a:buNone/>
            </a:pPr>
            <a:r>
              <a:rPr lang="de-DE"/>
              <a:t>WITHOUT littering your code with commented out code, print statement, creating new cells in jupyter,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f87f6d3138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7" name="Google Shape;77;g3f87f6d3138_0_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First two points</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BUT Bugs are inevitable. </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And finding them after you have written them is something that we spend a lot of time on, </a:t>
            </a:r>
            <a:endParaRPr/>
          </a:p>
          <a:p>
            <a:pPr indent="0" lvl="0" marL="0" rtl="0" algn="l">
              <a:spcBef>
                <a:spcPts val="400"/>
              </a:spcBef>
              <a:spcAft>
                <a:spcPts val="0"/>
              </a:spcAft>
              <a:buNone/>
            </a:pPr>
            <a:r>
              <a:rPr lang="de-DE"/>
              <a:t>so we want to have a good way of finding and eliminating them. </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This is why we want to show you how to debug, </a:t>
            </a:r>
            <a:endParaRPr/>
          </a:p>
          <a:p>
            <a:pPr indent="0" lvl="0" marL="0" rtl="0" algn="l">
              <a:spcBef>
                <a:spcPts val="400"/>
              </a:spcBef>
              <a:spcAft>
                <a:spcPts val="0"/>
              </a:spcAft>
              <a:buNone/>
            </a:pPr>
            <a:r>
              <a:rPr lang="de-DE"/>
              <a:t>Debugging is &lt;&lt;&lt;third point&gt;&gt;&gt;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This is helpful because you obviously wrote some code that you think does one thing, but actually is doing something else. </a:t>
            </a:r>
            <a:endParaRPr/>
          </a:p>
          <a:p>
            <a:pPr indent="0" lvl="0" marL="0" rtl="0" algn="l">
              <a:spcBef>
                <a:spcPts val="400"/>
              </a:spcBef>
              <a:spcAft>
                <a:spcPts val="0"/>
              </a:spcAft>
              <a:buNone/>
            </a:pPr>
            <a:r>
              <a:rPr lang="de-DE"/>
              <a:t>And you want to be able to find out at what point exactly it is going wrong, why it is going wrong and how to fix it </a:t>
            </a:r>
            <a:endParaRPr/>
          </a:p>
          <a:p>
            <a:pPr indent="0" lvl="0" marL="0" rtl="0" algn="l">
              <a:spcBef>
                <a:spcPts val="400"/>
              </a:spcBef>
              <a:spcAft>
                <a:spcPts val="0"/>
              </a:spcAft>
              <a:buNone/>
            </a:pPr>
            <a:r>
              <a:rPr lang="de-DE"/>
              <a:t>WITHOUT littering your code with commented out code, print statement, creating new cells in jupyter,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8" name="Google Shape;88;p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How do you debug?</a:t>
            </a:r>
            <a:endParaRPr/>
          </a:p>
          <a:p>
            <a:pPr indent="0" lvl="0" marL="0" rtl="0" algn="l">
              <a:spcBef>
                <a:spcPts val="0"/>
              </a:spcBef>
              <a:spcAft>
                <a:spcPts val="0"/>
              </a:spcAft>
              <a:buNone/>
            </a:pPr>
            <a:r>
              <a:t/>
            </a:r>
            <a:endParaRPr/>
          </a:p>
          <a:p>
            <a:pPr indent="0" lvl="0" marL="0" rtl="0" algn="l">
              <a:spcBef>
                <a:spcPts val="0"/>
              </a:spcBef>
              <a:spcAft>
                <a:spcPts val="0"/>
              </a:spcAft>
              <a:buNone/>
            </a:pPr>
            <a:r>
              <a:rPr lang="de-DE"/>
              <a:t>As opposed to waterfall model</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Reminder</a:t>
            </a:r>
            <a:endParaRPr/>
          </a:p>
          <a:p>
            <a:pPr indent="0" lvl="0" marL="0" rtl="0" algn="l">
              <a:spcBef>
                <a:spcPts val="400"/>
              </a:spcBef>
              <a:spcAft>
                <a:spcPts val="0"/>
              </a:spcAft>
              <a:buNone/>
            </a:pPr>
            <a:r>
              <a:rPr lang="de-DE"/>
              <a:t> 1) describe cycle</a:t>
            </a:r>
            <a:endParaRPr/>
          </a:p>
          <a:p>
            <a:pPr indent="0" lvl="0" marL="0" rtl="0" algn="l">
              <a:spcBef>
                <a:spcPts val="400"/>
              </a:spcBef>
              <a:spcAft>
                <a:spcPts val="0"/>
              </a:spcAft>
              <a:buNone/>
            </a:pPr>
            <a:r>
              <a:rPr lang="de-DE"/>
              <a:t> 2) short development cycles: granularity of chosen feature is important</a:t>
            </a:r>
            <a:endParaRPr/>
          </a:p>
          <a:p>
            <a:pPr indent="0" lvl="0" marL="0" rtl="0" algn="l">
              <a:spcBef>
                <a:spcPts val="400"/>
              </a:spcBef>
              <a:spcAft>
                <a:spcPts val="0"/>
              </a:spcAft>
              <a:buNone/>
            </a:pPr>
            <a:r>
              <a:rPr lang="de-DE"/>
              <a:t> 3) for all of these steps there are python tools to help you</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a:t>
            </a:r>
            <a:endParaRPr/>
          </a:p>
          <a:p>
            <a:pPr indent="0" lvl="0" marL="0" rtl="0" algn="l">
              <a:spcBef>
                <a:spcPts val="400"/>
              </a:spcBef>
              <a:spcAft>
                <a:spcPts val="0"/>
              </a:spcAft>
              <a:buNone/>
            </a:pPr>
            <a:r>
              <a:rPr lang="de-DE"/>
              <a:t>Actually maybe it's better to show test and debug cycle?</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400"/>
              </a:spcBef>
              <a:spcAft>
                <a:spcPts val="0"/>
              </a:spcAft>
              <a:buNone/>
            </a:pPr>
            <a:r>
              <a:rPr lang="de-DE"/>
              <a:t>What to do when something fails and we haven’t anticipated it until it </a:t>
            </a:r>
            <a:r>
              <a:rPr lang="de-DE"/>
              <a:t>occurred</a:t>
            </a:r>
            <a:r>
              <a:rPr lang="de-DE"/>
              <a:t>?</a:t>
            </a:r>
            <a:endParaRPr/>
          </a:p>
        </p:txBody>
      </p:sp>
      <p:sp>
        <p:nvSpPr>
          <p:cNvPr id="121" name="Google Shape;121;p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f85955ff67_0_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g3f85955ff67_0_1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We will work with pdb in this session, which is the Python-default debugger. </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Raise hands (also faculty), who uses a debugger?</a:t>
            </a:r>
            <a:endParaRPr/>
          </a:p>
          <a:p>
            <a:pPr indent="0" lvl="0" marL="0" rtl="0" algn="l">
              <a:spcBef>
                <a:spcPts val="400"/>
              </a:spcBef>
              <a:spcAft>
                <a:spcPts val="0"/>
              </a:spcAft>
              <a:buNone/>
            </a:pPr>
            <a:r>
              <a:rPr lang="de-DE"/>
              <a:t>Of those, how many use pdb?</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Not that many. </a:t>
            </a:r>
            <a:endParaRPr/>
          </a:p>
          <a:p>
            <a:pPr indent="0" lvl="0" marL="0" rtl="0" algn="l">
              <a:spcBef>
                <a:spcPts val="400"/>
              </a:spcBef>
              <a:spcAft>
                <a:spcPts val="0"/>
              </a:spcAft>
              <a:buNone/>
            </a:pPr>
            <a:r>
              <a:t/>
            </a:r>
            <a:endParaRPr/>
          </a:p>
          <a:p>
            <a:pPr indent="0" lvl="0" marL="0" rtl="0" algn="l">
              <a:spcBef>
                <a:spcPts val="400"/>
              </a:spcBef>
              <a:spcAft>
                <a:spcPts val="0"/>
              </a:spcAft>
              <a:buClr>
                <a:schemeClr val="dk1"/>
              </a:buClr>
              <a:buFont typeface="Arial"/>
              <a:buNone/>
            </a:pPr>
            <a:r>
              <a:rPr lang="de-DE">
                <a:solidFill>
                  <a:schemeClr val="dk1"/>
                </a:solidFill>
              </a:rPr>
              <a:t>============== 2026 change ================</a:t>
            </a:r>
            <a:endParaRPr>
              <a:solidFill>
                <a:schemeClr val="dk1"/>
              </a:solidFill>
            </a:endParaRPr>
          </a:p>
          <a:p>
            <a:pPr indent="0" lvl="0" marL="0" rtl="0" algn="l">
              <a:spcBef>
                <a:spcPts val="400"/>
              </a:spcBef>
              <a:spcAft>
                <a:spcPts val="0"/>
              </a:spcAft>
              <a:buNone/>
            </a:pPr>
            <a:r>
              <a:rPr lang="de-DE">
                <a:solidFill>
                  <a:schemeClr val="dk1"/>
                </a:solidFill>
              </a:rPr>
              <a:t>How </a:t>
            </a:r>
            <a:r>
              <a:rPr i="1" lang="de-DE">
                <a:solidFill>
                  <a:schemeClr val="dk1"/>
                </a:solidFill>
              </a:rPr>
              <a:t>do</a:t>
            </a:r>
            <a:r>
              <a:rPr lang="de-DE">
                <a:solidFill>
                  <a:schemeClr val="dk1"/>
                </a:solidFill>
              </a:rPr>
              <a:t> you debug?</a:t>
            </a:r>
            <a:br>
              <a:rPr lang="de-DE">
                <a:solidFill>
                  <a:schemeClr val="dk1"/>
                </a:solidFill>
              </a:rPr>
            </a:br>
            <a:endParaRPr>
              <a:solidFill>
                <a:schemeClr val="dk1"/>
              </a:solidFill>
            </a:endParaRPr>
          </a:p>
          <a:p>
            <a:pPr indent="0" lvl="0" marL="0" rtl="0" algn="l">
              <a:spcBef>
                <a:spcPts val="400"/>
              </a:spcBef>
              <a:spcAft>
                <a:spcPts val="0"/>
              </a:spcAft>
              <a:buNone/>
            </a:pPr>
            <a:r>
              <a:rPr lang="de-DE">
                <a:solidFill>
                  <a:schemeClr val="dk1"/>
                </a:solidFill>
              </a:rPr>
              <a:t>No?</a:t>
            </a:r>
            <a:endParaRPr>
              <a:solidFill>
                <a:schemeClr val="dk1"/>
              </a:solidFill>
            </a:endParaRPr>
          </a:p>
          <a:p>
            <a:pPr indent="0" lvl="0" marL="0" rtl="0" algn="l">
              <a:spcBef>
                <a:spcPts val="400"/>
              </a:spcBef>
              <a:spcAft>
                <a:spcPts val="0"/>
              </a:spcAft>
              <a:buClr>
                <a:schemeClr val="dk1"/>
              </a:buClr>
              <a:buSzPts val="1200"/>
              <a:buFont typeface="Arial"/>
              <a:buNone/>
            </a:pPr>
            <a:r>
              <a:rPr lang="de-DE">
                <a:solidFill>
                  <a:schemeClr val="dk1"/>
                </a:solidFill>
              </a:rPr>
              <a:t>So, How do you find the error? How do you find out how to fix it?</a:t>
            </a:r>
            <a:endParaRPr>
              <a:solidFill>
                <a:schemeClr val="dk1"/>
              </a:solidFill>
            </a:endParaRPr>
          </a:p>
          <a:p>
            <a:pPr indent="0" lvl="0" marL="0" rtl="0" algn="l">
              <a:spcBef>
                <a:spcPts val="400"/>
              </a:spcBef>
              <a:spcAft>
                <a:spcPts val="0"/>
              </a:spcAft>
              <a:buNone/>
            </a:pPr>
            <a:r>
              <a:t/>
            </a:r>
            <a:endParaRPr>
              <a:solidFill>
                <a:schemeClr val="dk1"/>
              </a:solidFill>
            </a:endParaRPr>
          </a:p>
          <a:p>
            <a:pPr indent="0" lvl="0" marL="0" rtl="0" algn="l">
              <a:spcBef>
                <a:spcPts val="400"/>
              </a:spcBef>
              <a:spcAft>
                <a:spcPts val="0"/>
              </a:spcAft>
              <a:buNone/>
            </a:pPr>
            <a:r>
              <a:rPr lang="de-DE">
                <a:solidFill>
                  <a:schemeClr val="dk1"/>
                </a:solidFill>
              </a:rPr>
              <a:t>Probable answers</a:t>
            </a:r>
            <a:endParaRPr>
              <a:solidFill>
                <a:schemeClr val="dk1"/>
              </a:solidFill>
            </a:endParaRPr>
          </a:p>
          <a:p>
            <a:pPr indent="-171450" lvl="0" marL="171450" rtl="0" algn="l">
              <a:spcBef>
                <a:spcPts val="400"/>
              </a:spcBef>
              <a:spcAft>
                <a:spcPts val="0"/>
              </a:spcAft>
              <a:buClr>
                <a:schemeClr val="dk1"/>
              </a:buClr>
              <a:buSzPts val="1200"/>
              <a:buChar char="-"/>
            </a:pPr>
            <a:r>
              <a:rPr lang="de-DE">
                <a:solidFill>
                  <a:schemeClr val="dk1"/>
                </a:solidFill>
              </a:rPr>
              <a:t>Debugger</a:t>
            </a:r>
            <a:endParaRPr>
              <a:solidFill>
                <a:schemeClr val="dk1"/>
              </a:solidFill>
            </a:endParaRPr>
          </a:p>
          <a:p>
            <a:pPr indent="-171450" lvl="0" marL="171450" rtl="0" algn="l">
              <a:spcBef>
                <a:spcPts val="400"/>
              </a:spcBef>
              <a:spcAft>
                <a:spcPts val="0"/>
              </a:spcAft>
              <a:buClr>
                <a:schemeClr val="dk1"/>
              </a:buClr>
              <a:buSzPts val="1200"/>
              <a:buChar char="-"/>
            </a:pPr>
            <a:r>
              <a:rPr lang="de-DE">
                <a:solidFill>
                  <a:schemeClr val="dk1"/>
                </a:solidFill>
              </a:rPr>
              <a:t>Print statements</a:t>
            </a:r>
            <a:endParaRPr>
              <a:solidFill>
                <a:schemeClr val="dk1"/>
              </a:solidFill>
            </a:endParaRPr>
          </a:p>
          <a:p>
            <a:pPr indent="-171450" lvl="0" marL="171450" rtl="0" algn="l">
              <a:spcBef>
                <a:spcPts val="400"/>
              </a:spcBef>
              <a:spcAft>
                <a:spcPts val="0"/>
              </a:spcAft>
              <a:buClr>
                <a:schemeClr val="dk1"/>
              </a:buClr>
              <a:buSzPts val="1200"/>
              <a:buChar char="-"/>
            </a:pPr>
            <a:r>
              <a:rPr lang="de-DE">
                <a:solidFill>
                  <a:schemeClr val="dk1"/>
                </a:solidFill>
              </a:rPr>
              <a:t>Jupyter: copy value into a new cell and execute cell</a:t>
            </a:r>
            <a:endParaRPr>
              <a:solidFill>
                <a:schemeClr val="dk1"/>
              </a:solidFill>
            </a:endParaRPr>
          </a:p>
          <a:p>
            <a:pPr indent="-95250" lvl="0" marL="171450" rtl="0" algn="l">
              <a:spcBef>
                <a:spcPts val="400"/>
              </a:spcBef>
              <a:spcAft>
                <a:spcPts val="0"/>
              </a:spcAft>
              <a:buClr>
                <a:schemeClr val="dk1"/>
              </a:buClr>
              <a:buSzPts val="1200"/>
              <a:buFont typeface="Arial"/>
              <a:buNone/>
            </a:pPr>
            <a:r>
              <a:t/>
            </a:r>
            <a:endParaRPr>
              <a:solidFill>
                <a:schemeClr val="dk1"/>
              </a:solidFill>
            </a:endParaRPr>
          </a:p>
          <a:p>
            <a:pPr indent="0" lvl="0" marL="0" rtl="0" algn="l">
              <a:spcBef>
                <a:spcPts val="400"/>
              </a:spcBef>
              <a:spcAft>
                <a:spcPts val="0"/>
              </a:spcAft>
              <a:buNone/>
            </a:pPr>
            <a:r>
              <a:rPr lang="de-DE">
                <a:solidFill>
                  <a:schemeClr val="dk1"/>
                </a:solidFill>
              </a:rPr>
              <a:t>Who uses those strategies regularly?</a:t>
            </a:r>
            <a:endParaRPr>
              <a:solidFill>
                <a:schemeClr val="dk1"/>
              </a:solidFill>
            </a:endParaRPr>
          </a:p>
          <a:p>
            <a:pPr indent="0" lvl="0" marL="0" rtl="0" algn="l">
              <a:spcBef>
                <a:spcPts val="400"/>
              </a:spcBef>
              <a:spcAft>
                <a:spcPts val="0"/>
              </a:spcAft>
              <a:buClr>
                <a:schemeClr val="dk1"/>
              </a:buClr>
              <a:buFont typeface="Arial"/>
              <a:buNone/>
            </a:pPr>
            <a:r>
              <a:rPr lang="de-DE">
                <a:solidFill>
                  <a:schemeClr val="dk1"/>
                </a:solidFill>
              </a:rPr>
              <a:t>==================================================== </a:t>
            </a:r>
            <a:endParaRPr/>
          </a:p>
          <a:p>
            <a:pPr indent="0" lvl="0" marL="0" rtl="0" algn="l">
              <a:spcBef>
                <a:spcPts val="400"/>
              </a:spcBef>
              <a:spcAft>
                <a:spcPts val="0"/>
              </a:spcAft>
              <a:buNone/>
            </a:pPr>
            <a:r>
              <a:rPr lang="de-DE"/>
              <a:t>Pdb is very basic and very command line-y, so if you like working on the command line, then you will probably like it. </a:t>
            </a:r>
            <a:endParaRPr/>
          </a:p>
          <a:p>
            <a:pPr indent="0" lvl="0" marL="0" rtl="0" algn="l">
              <a:spcBef>
                <a:spcPts val="400"/>
              </a:spcBef>
              <a:spcAft>
                <a:spcPts val="0"/>
              </a:spcAft>
              <a:buNone/>
            </a:pPr>
            <a:r>
              <a:rPr lang="de-DE"/>
              <a:t>If you like to work in jupyter or in an IDE, you might find it a bit weird. </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Because in this course we don‘t want to push an IDE, we are going to work with pdb first. </a:t>
            </a:r>
            <a:endParaRPr/>
          </a:p>
          <a:p>
            <a:pPr indent="0" lvl="0" marL="0" rtl="0" algn="l">
              <a:spcBef>
                <a:spcPts val="400"/>
              </a:spcBef>
              <a:spcAft>
                <a:spcPts val="0"/>
              </a:spcAft>
              <a:buNone/>
            </a:pPr>
            <a:r>
              <a:rPr lang="de-DE"/>
              <a:t>All other debuggers in IDEs work exactly the same, so you will find the concepts translate 1:1. </a:t>
            </a:r>
            <a:endParaRPr/>
          </a:p>
          <a:p>
            <a:pPr indent="0" lvl="0" marL="0" rtl="0" algn="l">
              <a:spcBef>
                <a:spcPts val="400"/>
              </a:spcBef>
              <a:spcAft>
                <a:spcPts val="0"/>
              </a:spcAft>
              <a:buNone/>
            </a:pPr>
            <a:r>
              <a:rPr lang="de-DE"/>
              <a:t>This is just to tell you that if you find it strange to work with pdb, I want to you know there are other options I will show later, so have some patience. </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Debugging is not set up in VSCodium by default, but anyone who wants to use debugging later during the project, let me know, I can set it up for you. </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So let‘s get into pdb!!</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de-DE"/>
              <a:t>Personal story on being a late-adopter of pdb.</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7: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400"/>
              </a:spcBef>
              <a:spcAft>
                <a:spcPts val="0"/>
              </a:spcAft>
              <a:buNone/>
            </a:pPr>
            <a:r>
              <a:t/>
            </a:r>
            <a:endParaRPr/>
          </a:p>
        </p:txBody>
      </p:sp>
      <p:sp>
        <p:nvSpPr>
          <p:cNvPr id="152" name="Google Shape;152;p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8: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342900" marR="0" rtl="0" algn="l">
              <a:spcBef>
                <a:spcPts val="0"/>
              </a:spcBef>
              <a:spcAft>
                <a:spcPts val="0"/>
              </a:spcAft>
              <a:buNone/>
            </a:pPr>
            <a:r>
              <a:rPr lang="de-DE" sz="1100">
                <a:latin typeface="Calibri"/>
                <a:ea typeface="Calibri"/>
                <a:cs typeface="Calibri"/>
                <a:sym typeface="Calibri"/>
              </a:rPr>
              <a:t>DEBUGGING EXERCISE LIVE CODING PDB</a:t>
            </a:r>
            <a:endParaRPr/>
          </a:p>
          <a:p>
            <a:pPr indent="-69850" lvl="0" marL="0" rtl="0" algn="l">
              <a:spcBef>
                <a:spcPts val="0"/>
              </a:spcBef>
              <a:spcAft>
                <a:spcPts val="0"/>
              </a:spcAft>
              <a:buSzPts val="1100"/>
              <a:buFont typeface="Arial"/>
              <a:buChar char="•"/>
            </a:pPr>
            <a:r>
              <a:rPr lang="de-DE" sz="1100">
                <a:latin typeface="Calibri"/>
                <a:ea typeface="Calibri"/>
                <a:cs typeface="Calibri"/>
                <a:sym typeface="Calibri"/>
              </a:rPr>
              <a:t>Introduce find maxima function that I wrote (in hands_on/local_maxima_part3_debug)</a:t>
            </a:r>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First and last elements are checked</a:t>
            </a:r>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Then it checks for the plateau in the middle</a:t>
            </a:r>
            <a:endParaRPr/>
          </a:p>
          <a:p>
            <a:pPr indent="-69850" lvl="0" marL="0" rtl="0" algn="l">
              <a:spcBef>
                <a:spcPts val="0"/>
              </a:spcBef>
              <a:spcAft>
                <a:spcPts val="0"/>
              </a:spcAft>
              <a:buSzPts val="1100"/>
              <a:buFont typeface="Arial"/>
              <a:buChar char="•"/>
            </a:pPr>
            <a:r>
              <a:rPr lang="de-DE" sz="1100">
                <a:latin typeface="Calibri"/>
                <a:ea typeface="Calibri"/>
                <a:cs typeface="Calibri"/>
                <a:sym typeface="Calibri"/>
              </a:rPr>
              <a:t>Let's run it first and then go through it in detail</a:t>
            </a:r>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Run with default happy path values</a:t>
            </a:r>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Change to plateau</a:t>
            </a:r>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Run with plateau</a:t>
            </a:r>
            <a:endParaRPr/>
          </a:p>
          <a:p>
            <a:pPr indent="-69850" lvl="0" marL="0" rtl="0" algn="l">
              <a:spcBef>
                <a:spcPts val="0"/>
              </a:spcBef>
              <a:spcAft>
                <a:spcPts val="0"/>
              </a:spcAft>
              <a:buSzPts val="1100"/>
              <a:buFont typeface="Arial"/>
              <a:buChar char="•"/>
            </a:pPr>
            <a:r>
              <a:rPr lang="de-DE" sz="1100">
                <a:latin typeface="Calibri"/>
                <a:ea typeface="Calibri"/>
                <a:cs typeface="Calibri"/>
                <a:sym typeface="Calibri"/>
              </a:rPr>
              <a:t>So it works, but I am not sure why. Let's step through the code line by line and see what happens</a:t>
            </a:r>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Put breakpoint at start (line 17) =&gt; </a:t>
            </a:r>
            <a:endParaRPr/>
          </a:p>
          <a:p>
            <a:pPr indent="-228600" lvl="2" marL="1143000" rtl="0" algn="l">
              <a:spcBef>
                <a:spcPts val="0"/>
              </a:spcBef>
              <a:spcAft>
                <a:spcPts val="0"/>
              </a:spcAft>
              <a:buSzPts val="1100"/>
              <a:buFont typeface="Courier New"/>
              <a:buChar char="o"/>
            </a:pPr>
            <a:r>
              <a:rPr lang="de-DE" sz="1100">
                <a:latin typeface="Calibri"/>
                <a:ea typeface="Calibri"/>
                <a:cs typeface="Calibri"/>
                <a:sym typeface="Calibri"/>
              </a:rPr>
              <a:t>Use only c</a:t>
            </a:r>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Add breakpoint before return of large function</a:t>
            </a:r>
            <a:endParaRPr/>
          </a:p>
          <a:p>
            <a:pPr indent="-228600" lvl="2" marL="1143000" rtl="0" algn="l">
              <a:spcBef>
                <a:spcPts val="0"/>
              </a:spcBef>
              <a:spcAft>
                <a:spcPts val="0"/>
              </a:spcAft>
              <a:buSzPts val="1100"/>
              <a:buFont typeface="Courier New"/>
              <a:buChar char="o"/>
            </a:pPr>
            <a:r>
              <a:rPr lang="de-DE" sz="1100">
                <a:latin typeface="Calibri"/>
                <a:ea typeface="Calibri"/>
                <a:cs typeface="Calibri"/>
                <a:sym typeface="Calibri"/>
              </a:rPr>
              <a:t>Use c</a:t>
            </a:r>
            <a:endParaRPr/>
          </a:p>
          <a:p>
            <a:pPr indent="-228600" lvl="2" marL="1143000" rtl="0" algn="l">
              <a:spcBef>
                <a:spcPts val="0"/>
              </a:spcBef>
              <a:spcAft>
                <a:spcPts val="0"/>
              </a:spcAft>
              <a:buSzPts val="1100"/>
              <a:buFont typeface="Courier New"/>
              <a:buChar char="o"/>
            </a:pPr>
            <a:r>
              <a:rPr lang="de-DE" sz="1100">
                <a:latin typeface="Calibri"/>
                <a:ea typeface="Calibri"/>
                <a:cs typeface="Calibri"/>
                <a:sym typeface="Calibri"/>
              </a:rPr>
              <a:t>Use c and n</a:t>
            </a:r>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Start again to Step through one by one</a:t>
            </a:r>
            <a:endParaRPr/>
          </a:p>
          <a:p>
            <a:pPr indent="-228600" lvl="2" marL="1143000" rtl="0" algn="l">
              <a:spcBef>
                <a:spcPts val="0"/>
              </a:spcBef>
              <a:spcAft>
                <a:spcPts val="0"/>
              </a:spcAft>
              <a:buSzPts val="1100"/>
              <a:buFont typeface="Courier New"/>
              <a:buChar char="o"/>
            </a:pPr>
            <a:r>
              <a:rPr lang="de-DE" sz="1100">
                <a:latin typeface="Calibri"/>
                <a:ea typeface="Calibri"/>
                <a:cs typeface="Calibri"/>
                <a:sym typeface="Calibri"/>
              </a:rPr>
              <a:t>Step into - s + run until end of function - r + Next - n to step out</a:t>
            </a:r>
            <a:endParaRPr/>
          </a:p>
          <a:p>
            <a:pPr indent="0" lvl="0" marL="342900" marR="0" rtl="0" algn="l">
              <a:spcBef>
                <a:spcPts val="0"/>
              </a:spcBef>
              <a:spcAft>
                <a:spcPts val="0"/>
              </a:spcAft>
              <a:buNone/>
            </a:pPr>
            <a:r>
              <a:rPr lang="de-DE" sz="1100">
                <a:latin typeface="Calibri"/>
                <a:ea typeface="Calibri"/>
                <a:cs typeface="Calibri"/>
                <a:sym typeface="Calibri"/>
              </a:rPr>
              <a:t> </a:t>
            </a:r>
            <a:endParaRPr/>
          </a:p>
          <a:p>
            <a:pPr indent="-69850" lvl="0" marL="0" rtl="0" algn="l">
              <a:spcBef>
                <a:spcPts val="0"/>
              </a:spcBef>
              <a:spcAft>
                <a:spcPts val="0"/>
              </a:spcAft>
              <a:buSzPts val="1100"/>
              <a:buFont typeface="Arial"/>
              <a:buChar char="•"/>
            </a:pPr>
            <a:r>
              <a:rPr lang="de-DE" sz="1100">
                <a:latin typeface="Calibri"/>
                <a:ea typeface="Calibri"/>
                <a:cs typeface="Calibri"/>
                <a:sym typeface="Calibri"/>
              </a:rPr>
              <a:t>Remove breakpoints</a:t>
            </a:r>
            <a:endParaRPr/>
          </a:p>
          <a:p>
            <a:pPr indent="-69850" lvl="0" marL="0" rtl="0" algn="l">
              <a:spcBef>
                <a:spcPts val="0"/>
              </a:spcBef>
              <a:spcAft>
                <a:spcPts val="0"/>
              </a:spcAft>
              <a:buSzPts val="1100"/>
              <a:buFont typeface="Arial"/>
              <a:buChar char="•"/>
            </a:pPr>
            <a:r>
              <a:rPr lang="de-DE" sz="1100">
                <a:latin typeface="Calibri"/>
                <a:ea typeface="Calibri"/>
                <a:cs typeface="Calibri"/>
                <a:sym typeface="Calibri"/>
              </a:rPr>
              <a:t>I could now manually check different values, e.g. [0], and see what happens</a:t>
            </a:r>
            <a:endParaRPr/>
          </a:p>
          <a:p>
            <a:pPr indent="-69850" lvl="0" marL="0" rtl="0" algn="l">
              <a:spcBef>
                <a:spcPts val="0"/>
              </a:spcBef>
              <a:spcAft>
                <a:spcPts val="0"/>
              </a:spcAft>
              <a:buSzPts val="1100"/>
              <a:buFont typeface="Arial"/>
              <a:buChar char="•"/>
            </a:pPr>
            <a:r>
              <a:rPr lang="de-DE" sz="1100">
                <a:latin typeface="Calibri"/>
                <a:ea typeface="Calibri"/>
                <a:cs typeface="Calibri"/>
                <a:sym typeface="Calibri"/>
              </a:rPr>
              <a:t>But we have learned about tests, so what we should be doing is write a test and if it fails, fix it. </a:t>
            </a:r>
            <a:endParaRPr/>
          </a:p>
          <a:p>
            <a:pPr indent="0" lvl="0" marL="342900" marR="0" rtl="0" algn="l">
              <a:spcBef>
                <a:spcPts val="0"/>
              </a:spcBef>
              <a:spcAft>
                <a:spcPts val="0"/>
              </a:spcAft>
              <a:buNone/>
            </a:pPr>
            <a:r>
              <a:rPr lang="de-DE" sz="1100">
                <a:latin typeface="Calibri"/>
                <a:ea typeface="Calibri"/>
                <a:cs typeface="Calibri"/>
                <a:sym typeface="Calibri"/>
              </a:rPr>
              <a:t> </a:t>
            </a:r>
            <a:endParaRPr/>
          </a:p>
          <a:p>
            <a:pPr indent="0" lvl="0" marL="342900" marR="0" rtl="0" algn="l">
              <a:spcBef>
                <a:spcPts val="0"/>
              </a:spcBef>
              <a:spcAft>
                <a:spcPts val="0"/>
              </a:spcAft>
              <a:buNone/>
            </a:pPr>
            <a:r>
              <a:rPr lang="de-DE" sz="1100">
                <a:latin typeface="Calibri"/>
                <a:ea typeface="Calibri"/>
                <a:cs typeface="Calibri"/>
                <a:sym typeface="Calibri"/>
              </a:rPr>
              <a:t> </a:t>
            </a:r>
            <a:endParaRPr/>
          </a:p>
          <a:p>
            <a:pPr indent="-69850" lvl="0" marL="0" rtl="0" algn="l">
              <a:spcBef>
                <a:spcPts val="0"/>
              </a:spcBef>
              <a:spcAft>
                <a:spcPts val="0"/>
              </a:spcAft>
              <a:buSzPts val="1100"/>
              <a:buFont typeface="Arial"/>
              <a:buChar char="•"/>
            </a:pPr>
            <a:r>
              <a:rPr lang="de-DE" sz="1100">
                <a:latin typeface="Calibri"/>
                <a:ea typeface="Calibri"/>
                <a:cs typeface="Calibri"/>
                <a:sym typeface="Calibri"/>
              </a:rPr>
              <a:t>Run all tests with pytest</a:t>
            </a:r>
            <a:endParaRPr sz="1100">
              <a:latin typeface="Calibri"/>
              <a:ea typeface="Calibri"/>
              <a:cs typeface="Calibri"/>
              <a:sym typeface="Calibri"/>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6</a:t>
            </a:r>
            <a:r>
              <a:rPr lang="de-DE" sz="1100">
                <a:latin typeface="Calibri"/>
                <a:ea typeface="Calibri"/>
                <a:cs typeface="Calibri"/>
                <a:sym typeface="Calibri"/>
              </a:rPr>
              <a:t> pass, the others fail</a:t>
            </a:r>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We can see that the first 6 pass, the others fail</a:t>
            </a:r>
            <a:endParaRPr/>
          </a:p>
          <a:p>
            <a:pPr indent="-69850" lvl="0" marL="0" rtl="0" algn="l">
              <a:spcBef>
                <a:spcPts val="0"/>
              </a:spcBef>
              <a:spcAft>
                <a:spcPts val="0"/>
              </a:spcAft>
              <a:buSzPts val="1100"/>
              <a:buFont typeface="Arial"/>
              <a:buChar char="•"/>
            </a:pPr>
            <a:r>
              <a:rPr lang="de-DE" sz="1100">
                <a:latin typeface="Calibri"/>
                <a:ea typeface="Calibri"/>
                <a:cs typeface="Calibri"/>
                <a:sym typeface="Calibri"/>
              </a:rPr>
              <a:t>Can we debug tests as well?</a:t>
            </a:r>
            <a:endParaRPr sz="1100">
              <a:latin typeface="Calibri"/>
              <a:ea typeface="Calibri"/>
              <a:cs typeface="Calibri"/>
              <a:sym typeface="Calibri"/>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Yes of course, it </a:t>
            </a:r>
            <a:r>
              <a:rPr lang="de-DE" sz="1100">
                <a:latin typeface="Calibri"/>
                <a:ea typeface="Calibri"/>
                <a:cs typeface="Calibri"/>
                <a:sym typeface="Calibri"/>
              </a:rPr>
              <a:t>works</a:t>
            </a:r>
            <a:r>
              <a:rPr lang="de-DE" sz="1100">
                <a:latin typeface="Calibri"/>
                <a:ea typeface="Calibri"/>
                <a:cs typeface="Calibri"/>
                <a:sym typeface="Calibri"/>
              </a:rPr>
              <a:t> the same way</a:t>
            </a:r>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Let's take one test: first below comment and run it without breakpoint</a:t>
            </a:r>
            <a:endParaRPr sz="1100">
              <a:latin typeface="Calibri"/>
              <a:ea typeface="Calibri"/>
              <a:cs typeface="Calibri"/>
              <a:sym typeface="Calibri"/>
            </a:endParaRPr>
          </a:p>
          <a:p>
            <a:pPr indent="-285750" lvl="1" marL="742950" rtl="0" algn="l">
              <a:spcBef>
                <a:spcPts val="0"/>
              </a:spcBef>
              <a:spcAft>
                <a:spcPts val="0"/>
              </a:spcAft>
              <a:buSzPts val="1100"/>
              <a:buFont typeface="Calibri"/>
              <a:buChar char="•"/>
            </a:pPr>
            <a:r>
              <a:rPr lang="de-DE" sz="1100">
                <a:latin typeface="Calibri"/>
                <a:ea typeface="Calibri"/>
                <a:cs typeface="Calibri"/>
                <a:sym typeface="Calibri"/>
              </a:rPr>
              <a:t>We get an IndexError from test_find_maxima_one_value</a:t>
            </a:r>
            <a:endParaRPr sz="1100">
              <a:latin typeface="Calibri"/>
              <a:ea typeface="Calibri"/>
              <a:cs typeface="Calibri"/>
              <a:sym typeface="Calibri"/>
            </a:endParaRPr>
          </a:p>
          <a:p>
            <a:pPr indent="-285750" lvl="1" marL="742950" rtl="0" algn="l">
              <a:spcBef>
                <a:spcPts val="0"/>
              </a:spcBef>
              <a:spcAft>
                <a:spcPts val="0"/>
              </a:spcAft>
              <a:buSzPts val="1100"/>
              <a:buFont typeface="Arial"/>
              <a:buChar char="•"/>
            </a:pPr>
            <a:r>
              <a:rPr lang="de-DE" sz="1100">
                <a:latin typeface="Calibri"/>
                <a:ea typeface="Calibri"/>
                <a:cs typeface="Calibri"/>
                <a:sym typeface="Calibri"/>
              </a:rPr>
              <a:t>Where does this order come from</a:t>
            </a:r>
            <a:endParaRPr/>
          </a:p>
          <a:p>
            <a:pPr indent="-228600" lvl="2" marL="1143000" rtl="0" algn="l">
              <a:spcBef>
                <a:spcPts val="0"/>
              </a:spcBef>
              <a:spcAft>
                <a:spcPts val="0"/>
              </a:spcAft>
              <a:buSzPts val="1100"/>
              <a:buFont typeface="Courier New"/>
              <a:buChar char="o"/>
            </a:pPr>
            <a:r>
              <a:rPr lang="de-DE" sz="1100">
                <a:latin typeface="Calibri"/>
                <a:ea typeface="Calibri"/>
                <a:cs typeface="Calibri"/>
                <a:sym typeface="Calibri"/>
              </a:rPr>
              <a:t>Let's step through the code line by line and find out</a:t>
            </a:r>
            <a:endParaRPr/>
          </a:p>
          <a:p>
            <a:pPr indent="-228600" lvl="2" marL="1143000" rtl="0" algn="l">
              <a:spcBef>
                <a:spcPts val="0"/>
              </a:spcBef>
              <a:spcAft>
                <a:spcPts val="0"/>
              </a:spcAft>
              <a:buSzPts val="1100"/>
              <a:buFont typeface="Courier New"/>
              <a:buChar char="o"/>
            </a:pPr>
            <a:r>
              <a:rPr lang="de-DE" sz="1100">
                <a:latin typeface="Calibri"/>
                <a:ea typeface="Calibri"/>
                <a:cs typeface="Calibri"/>
                <a:sym typeface="Calibri"/>
              </a:rPr>
              <a:t>See that we compare first two elements, without checking if there is a second one</a:t>
            </a:r>
            <a:endParaRPr/>
          </a:p>
          <a:p>
            <a:pPr indent="-228600" lvl="2" marL="1143000" rtl="0" algn="l">
              <a:spcBef>
                <a:spcPts val="0"/>
              </a:spcBef>
              <a:spcAft>
                <a:spcPts val="0"/>
              </a:spcAft>
              <a:buSzPts val="1100"/>
              <a:buFont typeface="Courier New"/>
              <a:buChar char="o"/>
            </a:pPr>
            <a:r>
              <a:rPr lang="de-DE" sz="1100">
                <a:latin typeface="Calibri"/>
                <a:ea typeface="Calibri"/>
                <a:cs typeface="Calibri"/>
                <a:sym typeface="Calibri"/>
              </a:rPr>
              <a:t>Move to end</a:t>
            </a:r>
            <a:endParaRPr/>
          </a:p>
          <a:p>
            <a:pPr indent="-69850" lvl="0" marL="0" rtl="0" algn="l">
              <a:spcBef>
                <a:spcPts val="0"/>
              </a:spcBef>
              <a:spcAft>
                <a:spcPts val="0"/>
              </a:spcAft>
              <a:buSzPts val="1100"/>
              <a:buFont typeface="Arial"/>
              <a:buChar char="•"/>
            </a:pPr>
            <a:r>
              <a:rPr lang="de-DE" sz="1100">
                <a:latin typeface="Calibri"/>
                <a:ea typeface="Calibri"/>
                <a:cs typeface="Calibri"/>
                <a:sym typeface="Calibri"/>
              </a:rPr>
              <a:t>Run specific test again without breakpoint</a:t>
            </a:r>
            <a:endParaRPr/>
          </a:p>
          <a:p>
            <a:pPr indent="-69850" lvl="0" marL="0" rtl="0" algn="l">
              <a:spcBef>
                <a:spcPts val="0"/>
              </a:spcBef>
              <a:spcAft>
                <a:spcPts val="0"/>
              </a:spcAft>
              <a:buSzPts val="1100"/>
              <a:buFont typeface="Arial"/>
              <a:buChar char="•"/>
            </a:pPr>
            <a:r>
              <a:rPr lang="de-DE" sz="1100">
                <a:latin typeface="Calibri"/>
                <a:ea typeface="Calibri"/>
                <a:cs typeface="Calibri"/>
                <a:sym typeface="Calibri"/>
              </a:rPr>
              <a:t>Run all tests again to check if I broke anything else with this change</a:t>
            </a:r>
            <a:endParaRPr/>
          </a:p>
          <a:p>
            <a:pPr indent="-95250" lvl="0" marL="171450" rtl="0" algn="l">
              <a:spcBef>
                <a:spcPts val="400"/>
              </a:spcBef>
              <a:spcAft>
                <a:spcPts val="0"/>
              </a:spcAft>
              <a:buSzPts val="1200"/>
              <a:buFont typeface="Arial"/>
              <a:buNone/>
            </a:pPr>
            <a:r>
              <a:t/>
            </a:r>
            <a:endParaRPr/>
          </a:p>
          <a:p>
            <a:pPr indent="-95250" lvl="0" marL="171450" rtl="0" algn="l">
              <a:spcBef>
                <a:spcPts val="400"/>
              </a:spcBef>
              <a:spcAft>
                <a:spcPts val="0"/>
              </a:spcAft>
              <a:buSzPts val="1200"/>
              <a:buFont typeface="Arial"/>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4" name="Google Shape;174;p9: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7" name="Google Shape;187;p1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11: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Below would be how to debug using IDE’s. 2026 just showing that this exists and people are encouraged to look up for their editor of choice.</a:t>
            </a:r>
            <a:endParaRPr/>
          </a:p>
          <a:p>
            <a:pPr indent="0" lvl="0" marL="0" rtl="0" algn="l">
              <a:spcBef>
                <a:spcPts val="0"/>
              </a:spcBef>
              <a:spcAft>
                <a:spcPts val="0"/>
              </a:spcAft>
              <a:buNone/>
            </a:pPr>
            <a:r>
              <a:t/>
            </a:r>
            <a:endParaRPr/>
          </a:p>
          <a:p>
            <a:pPr indent="0" lvl="0" marL="0" rtl="0" algn="l">
              <a:spcBef>
                <a:spcPts val="0"/>
              </a:spcBef>
              <a:spcAft>
                <a:spcPts val="0"/>
              </a:spcAft>
              <a:buNone/>
            </a:pPr>
            <a:br>
              <a:rPr lang="de-DE"/>
            </a:br>
            <a:br>
              <a:rPr lang="de-DE"/>
            </a:br>
            <a:r>
              <a:rPr lang="de-DE"/>
              <a:t>Show VSCode or PyCharm Debugging</a:t>
            </a:r>
            <a:endParaRPr/>
          </a:p>
          <a:p>
            <a:pPr indent="-171450" lvl="0" marL="171450" rtl="0" algn="l">
              <a:spcBef>
                <a:spcPts val="400"/>
              </a:spcBef>
              <a:spcAft>
                <a:spcPts val="0"/>
              </a:spcAft>
              <a:buSzPts val="1200"/>
              <a:buFont typeface="Arial"/>
              <a:buChar char="-"/>
            </a:pPr>
            <a:r>
              <a:rPr lang="de-DE"/>
              <a:t>Will not show setup</a:t>
            </a:r>
            <a:endParaRPr/>
          </a:p>
          <a:p>
            <a:pPr indent="-171450" lvl="0" marL="171450" rtl="0" algn="l">
              <a:spcBef>
                <a:spcPts val="400"/>
              </a:spcBef>
              <a:spcAft>
                <a:spcPts val="0"/>
              </a:spcAft>
              <a:buSzPts val="1200"/>
              <a:buFont typeface="Arial"/>
              <a:buChar char="-"/>
            </a:pPr>
            <a:r>
              <a:rPr lang="de-DE"/>
              <a:t>Run all tests</a:t>
            </a:r>
            <a:endParaRPr/>
          </a:p>
          <a:p>
            <a:pPr indent="-171450" lvl="0" marL="171450" rtl="0" algn="l">
              <a:spcBef>
                <a:spcPts val="400"/>
              </a:spcBef>
              <a:spcAft>
                <a:spcPts val="0"/>
              </a:spcAft>
              <a:buSzPts val="1200"/>
              <a:buFont typeface="Arial"/>
              <a:buChar char="-"/>
            </a:pPr>
            <a:r>
              <a:rPr lang="de-DE"/>
              <a:t>Set breakpoint</a:t>
            </a:r>
            <a:endParaRPr/>
          </a:p>
          <a:p>
            <a:pPr indent="-171450" lvl="0" marL="171450" rtl="0" algn="l">
              <a:spcBef>
                <a:spcPts val="400"/>
              </a:spcBef>
              <a:spcAft>
                <a:spcPts val="0"/>
              </a:spcAft>
              <a:buSzPts val="1200"/>
              <a:buFont typeface="Arial"/>
              <a:buChar char="-"/>
            </a:pPr>
            <a:r>
              <a:rPr lang="de-DE"/>
              <a:t>Debug one test and stop there</a:t>
            </a:r>
            <a:endParaRPr/>
          </a:p>
          <a:p>
            <a:pPr indent="-171450" lvl="0" marL="171450" rtl="0" algn="l">
              <a:spcBef>
                <a:spcPts val="400"/>
              </a:spcBef>
              <a:spcAft>
                <a:spcPts val="0"/>
              </a:spcAft>
              <a:buSzPts val="1200"/>
              <a:buFont typeface="Arial"/>
              <a:buChar char="-"/>
            </a:pPr>
            <a:r>
              <a:rPr lang="de-DE"/>
              <a:t>Show variable explorer</a:t>
            </a:r>
            <a:endParaRPr/>
          </a:p>
          <a:p>
            <a:pPr indent="-171450" lvl="0" marL="171450" rtl="0" algn="l">
              <a:spcBef>
                <a:spcPts val="400"/>
              </a:spcBef>
              <a:spcAft>
                <a:spcPts val="0"/>
              </a:spcAft>
              <a:buSzPts val="1200"/>
              <a:buFont typeface="Arial"/>
              <a:buChar char="-"/>
            </a:pPr>
            <a:r>
              <a:rPr lang="de-DE"/>
              <a:t>Show degub console</a:t>
            </a:r>
            <a:endParaRPr/>
          </a:p>
          <a:p>
            <a:pPr indent="-171450" lvl="1" marL="171450" rtl="0" algn="l">
              <a:spcBef>
                <a:spcPts val="400"/>
              </a:spcBef>
              <a:spcAft>
                <a:spcPts val="0"/>
              </a:spcAft>
              <a:buSzPts val="1200"/>
              <a:buFont typeface="Arial"/>
              <a:buChar char="-"/>
            </a:pPr>
            <a:r>
              <a:rPr lang="de-DE"/>
              <a:t>    --- show that you can also write code in debug more – you write the code in exactly the state that the code will run, so you don‘t have to write it somewhere where you test it out and then move it. </a:t>
            </a:r>
            <a:endParaRPr/>
          </a:p>
          <a:p>
            <a:pPr indent="-171450" lvl="0" marL="171450" rtl="0" algn="l">
              <a:spcBef>
                <a:spcPts val="400"/>
              </a:spcBef>
              <a:spcAft>
                <a:spcPts val="0"/>
              </a:spcAft>
              <a:buSzPts val="1200"/>
              <a:buFont typeface="Arial"/>
              <a:buChar char="-"/>
            </a:pPr>
            <a:r>
              <a:rPr lang="de-DE"/>
              <a:t>Show call stack, access variables in call stack</a:t>
            </a:r>
            <a:endParaRPr/>
          </a:p>
          <a:p>
            <a:pPr indent="-171450" lvl="0" marL="171450" rtl="0" algn="l">
              <a:spcBef>
                <a:spcPts val="400"/>
              </a:spcBef>
              <a:spcAft>
                <a:spcPts val="0"/>
              </a:spcAft>
              <a:buSzPts val="1200"/>
              <a:buFont typeface="Arial"/>
              <a:buChar char="-"/>
            </a:pPr>
            <a:r>
              <a:rPr lang="de-DE"/>
              <a:t>Show controls</a:t>
            </a:r>
            <a:endParaRPr/>
          </a:p>
          <a:p>
            <a:pPr indent="-171450" lvl="3" marL="171450" rtl="0" algn="l">
              <a:spcBef>
                <a:spcPts val="400"/>
              </a:spcBef>
              <a:spcAft>
                <a:spcPts val="0"/>
              </a:spcAft>
              <a:buSzPts val="1200"/>
              <a:buFont typeface="Arial"/>
              <a:buChar char="-"/>
            </a:pPr>
            <a:r>
              <a:rPr lang="de-DE"/>
              <a:t>    Continue, step, step into</a:t>
            </a:r>
            <a:endParaRPr/>
          </a:p>
          <a:p>
            <a:pPr indent="-95250" lvl="3" marL="171450" rtl="0" algn="l">
              <a:spcBef>
                <a:spcPts val="400"/>
              </a:spcBef>
              <a:spcAft>
                <a:spcPts val="0"/>
              </a:spcAft>
              <a:buSzPts val="1200"/>
              <a:buFont typeface="Arial"/>
              <a:buNone/>
            </a:pPr>
            <a:r>
              <a:t/>
            </a:r>
            <a:endParaRPr/>
          </a:p>
          <a:p>
            <a:pPr indent="0" lvl="2" marL="0" rtl="0" algn="l">
              <a:spcBef>
                <a:spcPts val="400"/>
              </a:spcBef>
              <a:spcAft>
                <a:spcPts val="0"/>
              </a:spcAft>
              <a:buSzPts val="1200"/>
              <a:buFont typeface="Arial"/>
              <a:buNone/>
            </a:pPr>
            <a:r>
              <a:rPr lang="de-DE"/>
              <a:t>Show more functions of IDEs</a:t>
            </a:r>
            <a:endParaRPr/>
          </a:p>
          <a:p>
            <a:pPr indent="-171450" lvl="2" marL="171450" rtl="0" algn="l">
              <a:spcBef>
                <a:spcPts val="400"/>
              </a:spcBef>
              <a:spcAft>
                <a:spcPts val="0"/>
              </a:spcAft>
              <a:buSzPts val="1200"/>
              <a:buFont typeface="Arial"/>
              <a:buChar char="-"/>
            </a:pPr>
            <a:r>
              <a:rPr lang="de-DE"/>
              <a:t>Navigate functions via clicking</a:t>
            </a:r>
            <a:endParaRPr/>
          </a:p>
          <a:p>
            <a:pPr indent="-171450" lvl="2" marL="171450" rtl="0" algn="l">
              <a:spcBef>
                <a:spcPts val="400"/>
              </a:spcBef>
              <a:spcAft>
                <a:spcPts val="0"/>
              </a:spcAft>
              <a:buSzPts val="1200"/>
              <a:buFont typeface="Arial"/>
              <a:buChar char="-"/>
            </a:pPr>
            <a:r>
              <a:rPr lang="de-DE"/>
              <a:t>Go back to last place I have been</a:t>
            </a:r>
            <a:endParaRPr/>
          </a:p>
          <a:p>
            <a:pPr indent="-171450" lvl="2" marL="171450" rtl="0" algn="l">
              <a:spcBef>
                <a:spcPts val="400"/>
              </a:spcBef>
              <a:spcAft>
                <a:spcPts val="0"/>
              </a:spcAft>
              <a:buSzPts val="1200"/>
              <a:buFont typeface="Arial"/>
              <a:buChar char="-"/>
            </a:pPr>
            <a:r>
              <a:rPr lang="de-DE"/>
              <a:t>Explain that you can do plotting interactively</a:t>
            </a:r>
            <a:endParaRPr/>
          </a:p>
          <a:p>
            <a:pPr indent="-95250" lvl="2" marL="171450" rtl="0" algn="l">
              <a:spcBef>
                <a:spcPts val="400"/>
              </a:spcBef>
              <a:spcAft>
                <a:spcPts val="0"/>
              </a:spcAft>
              <a:buSzPts val="1200"/>
              <a:buFont typeface="Arial"/>
              <a:buNone/>
            </a:pPr>
            <a:r>
              <a:t/>
            </a:r>
            <a:endParaRPr/>
          </a:p>
          <a:p>
            <a:pPr indent="-95250" lvl="2" marL="171450" rtl="0" algn="l">
              <a:spcBef>
                <a:spcPts val="400"/>
              </a:spcBef>
              <a:spcAft>
                <a:spcPts val="0"/>
              </a:spcAft>
              <a:buSzPts val="1200"/>
              <a:buFont typeface="Arial"/>
              <a:buNone/>
            </a:pPr>
            <a:r>
              <a:t/>
            </a:r>
            <a:endParaRPr/>
          </a:p>
          <a:p>
            <a:pPr indent="-95250" lvl="2" marL="171450" rtl="0" algn="l">
              <a:spcBef>
                <a:spcPts val="400"/>
              </a:spcBef>
              <a:spcAft>
                <a:spcPts val="0"/>
              </a:spcAft>
              <a:buSzPts val="1200"/>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8" name="Google Shape;208;p12: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As opposed to waterfall model</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Reminder</a:t>
            </a:r>
            <a:endParaRPr/>
          </a:p>
          <a:p>
            <a:pPr indent="0" lvl="0" marL="0" rtl="0" algn="l">
              <a:spcBef>
                <a:spcPts val="400"/>
              </a:spcBef>
              <a:spcAft>
                <a:spcPts val="0"/>
              </a:spcAft>
              <a:buNone/>
            </a:pPr>
            <a:r>
              <a:rPr lang="de-DE"/>
              <a:t> 1) describe cycle</a:t>
            </a:r>
            <a:endParaRPr/>
          </a:p>
          <a:p>
            <a:pPr indent="0" lvl="0" marL="0" rtl="0" algn="l">
              <a:spcBef>
                <a:spcPts val="400"/>
              </a:spcBef>
              <a:spcAft>
                <a:spcPts val="0"/>
              </a:spcAft>
              <a:buNone/>
            </a:pPr>
            <a:r>
              <a:rPr lang="de-DE"/>
              <a:t> 2) short development cycles: granularity of chosen feature is important</a:t>
            </a:r>
            <a:endParaRPr/>
          </a:p>
          <a:p>
            <a:pPr indent="0" lvl="0" marL="0" rtl="0" algn="l">
              <a:spcBef>
                <a:spcPts val="400"/>
              </a:spcBef>
              <a:spcAft>
                <a:spcPts val="0"/>
              </a:spcAft>
              <a:buNone/>
            </a:pPr>
            <a:r>
              <a:rPr lang="de-DE"/>
              <a:t> 3) for all of these steps there are python tools to help you</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a:t>
            </a:r>
            <a:endParaRPr/>
          </a:p>
          <a:p>
            <a:pPr indent="0" lvl="0" marL="0" rtl="0" algn="l">
              <a:spcBef>
                <a:spcPts val="400"/>
              </a:spcBef>
              <a:spcAft>
                <a:spcPts val="0"/>
              </a:spcAft>
              <a:buNone/>
            </a:pPr>
            <a:r>
              <a:rPr lang="de-DE"/>
              <a:t>Actually maybe it's better to show test and debug cycle?</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13: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400"/>
              </a:spcBef>
              <a:spcAft>
                <a:spcPts val="0"/>
              </a:spcAft>
              <a:buNone/>
            </a:pPr>
            <a:r>
              <a:t/>
            </a:r>
            <a:endParaRPr/>
          </a:p>
        </p:txBody>
      </p:sp>
      <p:sp>
        <p:nvSpPr>
          <p:cNvPr id="241" name="Google Shape;241;p1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14: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400"/>
              </a:spcBef>
              <a:spcAft>
                <a:spcPts val="0"/>
              </a:spcAft>
              <a:buNone/>
            </a:pPr>
            <a:r>
              <a:t/>
            </a:r>
            <a:endParaRPr/>
          </a:p>
        </p:txBody>
      </p:sp>
      <p:sp>
        <p:nvSpPr>
          <p:cNvPr id="249" name="Google Shape;249;p1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6" name="Google Shape;256;p1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16: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400"/>
              </a:spcBef>
              <a:spcAft>
                <a:spcPts val="0"/>
              </a:spcAft>
              <a:buNone/>
            </a:pPr>
            <a:r>
              <a:t/>
            </a:r>
            <a:endParaRPr/>
          </a:p>
        </p:txBody>
      </p:sp>
      <p:sp>
        <p:nvSpPr>
          <p:cNvPr id="291" name="Google Shape;291;p1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7: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400"/>
              </a:spcBef>
              <a:spcAft>
                <a:spcPts val="0"/>
              </a:spcAft>
              <a:buNone/>
            </a:pPr>
            <a:r>
              <a:t/>
            </a:r>
            <a:endParaRPr/>
          </a:p>
        </p:txBody>
      </p:sp>
      <p:sp>
        <p:nvSpPr>
          <p:cNvPr id="299" name="Google Shape;299;p1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9" name="Google Shape;309;p18: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Live coding, right?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Exercise/example:</a:t>
            </a:r>
            <a:endParaRPr/>
          </a:p>
          <a:p>
            <a:pPr indent="-180473" lvl="0" marL="180473" rtl="0" algn="l">
              <a:spcBef>
                <a:spcPts val="400"/>
              </a:spcBef>
              <a:spcAft>
                <a:spcPts val="0"/>
              </a:spcAft>
              <a:buClr>
                <a:srgbClr val="FFFFFF"/>
              </a:buClr>
              <a:buSzPts val="1500"/>
              <a:buFont typeface="Arial"/>
              <a:buChar char="-"/>
            </a:pPr>
            <a:r>
              <a:rPr lang="de-DE"/>
              <a:t>multiple function calls within each other to see stack calls</a:t>
            </a:r>
            <a:endParaRPr/>
          </a:p>
          <a:p>
            <a:pPr indent="-180473" lvl="0" marL="180473" rtl="0" algn="l">
              <a:spcBef>
                <a:spcPts val="400"/>
              </a:spcBef>
              <a:spcAft>
                <a:spcPts val="0"/>
              </a:spcAft>
              <a:buClr>
                <a:srgbClr val="FFFFFF"/>
              </a:buClr>
              <a:buSzPts val="1500"/>
              <a:buFont typeface="Arial"/>
              <a:buChar char="-"/>
            </a:pPr>
            <a:r>
              <a:rPr lang="de-DE"/>
              <a:t>Multiple variables where values are unclear / can be None</a:t>
            </a:r>
            <a:endParaRPr/>
          </a:p>
          <a:p>
            <a:pPr indent="-180473" lvl="0" marL="180473" rtl="0" algn="l">
              <a:spcBef>
                <a:spcPts val="400"/>
              </a:spcBef>
              <a:spcAft>
                <a:spcPts val="0"/>
              </a:spcAft>
              <a:buClr>
                <a:srgbClr val="FFFFFF"/>
              </a:buClr>
              <a:buSzPts val="1500"/>
              <a:buFont typeface="Arial"/>
              <a:buChar char="-"/>
            </a:pPr>
            <a:r>
              <a:rPr lang="de-DE"/>
              <a:t>Unexpected behaviour of a function (maybe an if not that then returns None, …)</a:t>
            </a:r>
            <a:endParaRPr/>
          </a:p>
          <a:p>
            <a:pPr indent="-180473" lvl="0" marL="180473" rtl="0" algn="l">
              <a:spcBef>
                <a:spcPts val="400"/>
              </a:spcBef>
              <a:spcAft>
                <a:spcPts val="0"/>
              </a:spcAft>
              <a:buClr>
                <a:srgbClr val="FFFFFF"/>
              </a:buClr>
              <a:buSzPts val="1500"/>
              <a:buFont typeface="Arial"/>
              <a:buChar char="-"/>
            </a:pPr>
            <a:r>
              <a:rPr lang="de-DE"/>
              <a:t>Multiple bugs that grow in severity with one test each and if they fixed one, they go on to fix the next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Maybe my own find_maxima function with some more complicated stuff in there?</a:t>
            </a:r>
            <a:endParaRPr/>
          </a:p>
          <a:p>
            <a:pPr indent="-180473" lvl="0" marL="180473" rtl="0" algn="l">
              <a:spcBef>
                <a:spcPts val="400"/>
              </a:spcBef>
              <a:spcAft>
                <a:spcPts val="0"/>
              </a:spcAft>
              <a:buClr>
                <a:srgbClr val="FFFFFF"/>
              </a:buClr>
              <a:buSzPts val="1500"/>
              <a:buFont typeface="Arial"/>
              <a:buChar char="-"/>
            </a:pPr>
            <a:r>
              <a:rPr lang="de-DE"/>
              <a:t>main function with function calls to finding maxima (option to choose what to do with saddle points, and then not having defined that properly or given this variable to the lower function), plotting maxima</a:t>
            </a:r>
            <a:endParaRPr/>
          </a:p>
          <a:p>
            <a:pPr indent="-180473" lvl="0" marL="180473" rtl="0" algn="l">
              <a:spcBef>
                <a:spcPts val="400"/>
              </a:spcBef>
              <a:spcAft>
                <a:spcPts val="0"/>
              </a:spcAft>
              <a:buClr>
                <a:srgbClr val="FFFFFF"/>
              </a:buClr>
              <a:buSzPts val="1500"/>
              <a:buFont typeface="Arial"/>
              <a:buChar char="-"/>
            </a:pPr>
            <a:r>
              <a:rPr lang="de-DE"/>
              <a:t>Level 1: Easy fix to add an if [] return []</a:t>
            </a:r>
            <a:endParaRPr/>
          </a:p>
          <a:p>
            <a:pPr indent="-180473" lvl="0" marL="180473" rtl="0" algn="l">
              <a:spcBef>
                <a:spcPts val="400"/>
              </a:spcBef>
              <a:spcAft>
                <a:spcPts val="0"/>
              </a:spcAft>
              <a:buClr>
                <a:srgbClr val="FFFFFF"/>
              </a:buClr>
              <a:buSzPts val="1500"/>
              <a:buFont typeface="Arial"/>
              <a:buChar char="-"/>
            </a:pPr>
            <a:r>
              <a:rPr lang="de-DE"/>
              <a:t>Level 2:</a:t>
            </a:r>
            <a:endParaRPr/>
          </a:p>
          <a:p>
            <a:pPr indent="-180473" lvl="0" marL="180473" rtl="0" algn="l">
              <a:spcBef>
                <a:spcPts val="400"/>
              </a:spcBef>
              <a:spcAft>
                <a:spcPts val="0"/>
              </a:spcAft>
              <a:buClr>
                <a:srgbClr val="FFFFFF"/>
              </a:buClr>
              <a:buSzPts val="1500"/>
              <a:buFont typeface="Arial"/>
              <a:buChar char="-"/>
            </a:pPr>
            <a:r>
              <a:rPr lang="de-DE"/>
              <a:t>Level 3: something about saving the figure in an absolute path or not?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Remember that they are using the pdf debugger for this. Show running of pytest, then finding the line that errors out, adding a breakpoint to there and then running pytest again.</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Suggest to have the terminal and the module side by side!</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Show</a:t>
            </a:r>
            <a:endParaRPr/>
          </a:p>
          <a:p>
            <a:pPr indent="-180473" lvl="0" marL="180473" rtl="0" algn="l">
              <a:spcBef>
                <a:spcPts val="400"/>
              </a:spcBef>
              <a:spcAft>
                <a:spcPts val="0"/>
              </a:spcAft>
              <a:buClr>
                <a:srgbClr val="FFFFFF"/>
              </a:buClr>
              <a:buSzPts val="1500"/>
              <a:buFont typeface="Arial"/>
              <a:buChar char="-"/>
            </a:pPr>
            <a:r>
              <a:rPr lang="de-DE"/>
              <a:t>evaluation of variables</a:t>
            </a:r>
            <a:endParaRPr/>
          </a:p>
          <a:p>
            <a:pPr indent="-180473" lvl="0" marL="180473" rtl="0" algn="l">
              <a:spcBef>
                <a:spcPts val="400"/>
              </a:spcBef>
              <a:spcAft>
                <a:spcPts val="0"/>
              </a:spcAft>
              <a:buClr>
                <a:srgbClr val="FFFFFF"/>
              </a:buClr>
              <a:buSzPts val="1500"/>
              <a:buFont typeface="Arial"/>
              <a:buChar char="-"/>
            </a:pPr>
            <a:r>
              <a:rPr lang="de-DE"/>
              <a:t>Plotting options</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2" name="Google Shape;322;p19: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sz="1200">
                <a:latin typeface="Arial"/>
                <a:ea typeface="Arial"/>
                <a:cs typeface="Arial"/>
                <a:sym typeface="Arial"/>
              </a:rPr>
              <a:t>Run flake8 on the *initial* pyanno code.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20: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400"/>
              </a:spcBef>
              <a:spcAft>
                <a:spcPts val="0"/>
              </a:spcAft>
              <a:buNone/>
            </a:pPr>
            <a:r>
              <a:t/>
            </a:r>
            <a:endParaRPr/>
          </a:p>
        </p:txBody>
      </p:sp>
      <p:sp>
        <p:nvSpPr>
          <p:cNvPr id="333" name="Google Shape;333;p2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6" name="Google Shape;346;p21: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514350" lvl="0" marL="514350" rtl="0" algn="l">
              <a:spcBef>
                <a:spcPts val="0"/>
              </a:spcBef>
              <a:spcAft>
                <a:spcPts val="0"/>
              </a:spcAft>
              <a:buSzPts val="1200"/>
              <a:buFont typeface="Arial"/>
              <a:buAutoNum type="arabicPeriod"/>
            </a:pPr>
            <a:r>
              <a:rPr lang="de-DE"/>
              <a:t>Did not cover jupyter debugging, because if you are doing such complicated things in jupyter that require debugging, you would probably be better off using an IDE ☺. </a:t>
            </a:r>
            <a:br>
              <a:rPr lang="de-DE"/>
            </a:br>
            <a:r>
              <a:rPr lang="de-DE"/>
              <a:t>Also, the concept is the same, you will figure it out if you need to</a:t>
            </a:r>
            <a:endParaRPr/>
          </a:p>
          <a:p>
            <a:pPr indent="-514350" lvl="0" marL="514350" rtl="0" algn="l">
              <a:spcBef>
                <a:spcPts val="400"/>
              </a:spcBef>
              <a:spcAft>
                <a:spcPts val="0"/>
              </a:spcAft>
              <a:buSzPts val="1200"/>
              <a:buFont typeface="Arial"/>
              <a:buAutoNum type="arabicPeriod"/>
            </a:pPr>
            <a:r>
              <a:rPr lang="de-DE"/>
              <a:t>Did not cover jupyter in general, because pytest does not cover tests in jupyter notebooks, it is designed to work with .py files.</a:t>
            </a:r>
            <a:endParaRPr/>
          </a:p>
          <a:p>
            <a:pPr indent="-438150" lvl="0" marL="514350" rtl="0" algn="l">
              <a:spcBef>
                <a:spcPts val="400"/>
              </a:spcBef>
              <a:spcAft>
                <a:spcPts val="0"/>
              </a:spcAft>
              <a:buSzPts val="1200"/>
              <a:buFont typeface="Arial"/>
              <a:buNone/>
            </a:pPr>
            <a:r>
              <a:t/>
            </a:r>
            <a:endParaRPr/>
          </a:p>
          <a:p>
            <a:pPr indent="-438150" lvl="0" marL="514350" rtl="0" algn="l">
              <a:spcBef>
                <a:spcPts val="400"/>
              </a:spcBef>
              <a:spcAft>
                <a:spcPts val="0"/>
              </a:spcAft>
              <a:buSzPts val="1200"/>
              <a:buFont typeface="Arial"/>
              <a:buNone/>
            </a:pPr>
            <a:r>
              <a:t/>
            </a:r>
            <a:endParaRPr/>
          </a:p>
          <a:p>
            <a:pPr indent="-438150" lvl="0" marL="514350" rtl="0" algn="l">
              <a:spcBef>
                <a:spcPts val="400"/>
              </a:spcBef>
              <a:spcAft>
                <a:spcPts val="0"/>
              </a:spcAft>
              <a:buSzPts val="1200"/>
              <a:buFont typeface="Arial"/>
              <a:buNone/>
            </a:pPr>
            <a:r>
              <a:t/>
            </a:r>
            <a:endParaRPr/>
          </a:p>
          <a:p>
            <a:pPr indent="-438150" lvl="0" marL="514350" rtl="0" algn="l">
              <a:spcBef>
                <a:spcPts val="400"/>
              </a:spcBef>
              <a:spcAft>
                <a:spcPts val="0"/>
              </a:spcAft>
              <a:buSzPts val="1200"/>
              <a:buFont typeface="Arial"/>
              <a:buNone/>
            </a:pPr>
            <a:r>
              <a:t/>
            </a:r>
            <a:endParaRPr/>
          </a:p>
          <a:p>
            <a:pPr indent="-438150" lvl="0" marL="514350" rtl="0" algn="l">
              <a:spcBef>
                <a:spcPts val="400"/>
              </a:spcBef>
              <a:spcAft>
                <a:spcPts val="0"/>
              </a:spcAft>
              <a:buSzPts val="1200"/>
              <a:buFont typeface="Arial"/>
              <a:buNone/>
            </a:pPr>
            <a:r>
              <a:t/>
            </a:r>
            <a:endParaRPr/>
          </a:p>
          <a:p>
            <a:pPr indent="0" lvl="0" marL="0" rtl="0" algn="l">
              <a:spcBef>
                <a:spcPts val="400"/>
              </a:spcBef>
              <a:spcAft>
                <a:spcPts val="0"/>
              </a:spcAft>
              <a:buNone/>
            </a:pPr>
            <a:r>
              <a:rPr lang="de-DE"/>
              <a:t>Notes from previous slides:</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Note that the agile development cycle works best when you are using modules, so .py files and pytest and not Jupyter notebooks. </a:t>
            </a:r>
            <a:endParaRPr/>
          </a:p>
          <a:p>
            <a:pPr indent="0" lvl="0" marL="0" rtl="0" algn="l">
              <a:spcBef>
                <a:spcPts val="400"/>
              </a:spcBef>
              <a:spcAft>
                <a:spcPts val="0"/>
              </a:spcAft>
              <a:buNone/>
            </a:pPr>
            <a:r>
              <a:rPr lang="de-DE"/>
              <a:t>Notebooks cannot run tests properly.</a:t>
            </a:r>
            <a:endParaRPr/>
          </a:p>
          <a:p>
            <a:pPr indent="0" lvl="0" marL="0" rtl="0" algn="l">
              <a:spcBef>
                <a:spcPts val="400"/>
              </a:spcBef>
              <a:spcAft>
                <a:spcPts val="0"/>
              </a:spcAft>
              <a:buNone/>
            </a:pPr>
            <a:r>
              <a:t/>
            </a:r>
            <a:endParaRPr/>
          </a:p>
          <a:p>
            <a:pPr indent="0" lvl="0" marL="0" rtl="0" algn="l">
              <a:spcBef>
                <a:spcPts val="400"/>
              </a:spcBef>
              <a:spcAft>
                <a:spcPts val="0"/>
              </a:spcAft>
              <a:buNone/>
            </a:pPr>
            <a:r>
              <a:rPr lang="de-DE"/>
              <a:t>There maybe is a way to run pytest within one Jupyter notebook, but you lose the possibility of running all of your tests automatically across all files, which really is what you want. </a:t>
            </a:r>
            <a:endParaRPr/>
          </a:p>
          <a:p>
            <a:pPr indent="0" lvl="0" marL="0" rtl="0" algn="l">
              <a:spcBef>
                <a:spcPts val="400"/>
              </a:spcBef>
              <a:spcAft>
                <a:spcPts val="0"/>
              </a:spcAft>
              <a:buNone/>
            </a:pPr>
            <a:r>
              <a:rPr lang="de-DE"/>
              <a:t>I will not cover debugging in jupyter because it is defeating the point. Jupyter imo is a replacement for debugging, but is not necessary. </a:t>
            </a:r>
            <a:endParaRPr/>
          </a:p>
          <a:p>
            <a:pPr indent="0" lvl="0" marL="0" rtl="0" algn="l">
              <a:spcBef>
                <a:spcPts val="400"/>
              </a:spcBef>
              <a:spcAft>
                <a:spcPts val="0"/>
              </a:spcAft>
              <a:buNone/>
            </a:pPr>
            <a:r>
              <a:t/>
            </a:r>
            <a:endParaRPr/>
          </a:p>
          <a:p>
            <a:pPr indent="-438150" lvl="0" marL="514350" rtl="0" algn="l">
              <a:spcBef>
                <a:spcPts val="400"/>
              </a:spcBef>
              <a:spcAft>
                <a:spcPts val="0"/>
              </a:spcAft>
              <a:buSzPts val="1200"/>
              <a:buFont typeface="Arial"/>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22: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400"/>
              </a:spcBef>
              <a:spcAft>
                <a:spcPts val="0"/>
              </a:spcAft>
              <a:buNone/>
            </a:pPr>
            <a:r>
              <a:t/>
            </a:r>
            <a:endParaRPr/>
          </a:p>
        </p:txBody>
      </p:sp>
      <p:sp>
        <p:nvSpPr>
          <p:cNvPr id="356" name="Google Shape;356;p2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tx">
  <p:cSld name="TITLE_AND_BODY">
    <p:spTree>
      <p:nvGrpSpPr>
        <p:cNvPr id="9" name="Shape 9"/>
        <p:cNvGrpSpPr/>
        <p:nvPr/>
      </p:nvGrpSpPr>
      <p:grpSpPr>
        <a:xfrm>
          <a:off x="0" y="0"/>
          <a:ext cx="0" cy="0"/>
          <a:chOff x="0" y="0"/>
          <a:chExt cx="0" cy="0"/>
        </a:xfrm>
      </p:grpSpPr>
      <p:sp>
        <p:nvSpPr>
          <p:cNvPr id="10" name="Google Shape;10;p2"/>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lvl1pPr indent="0" lvl="0" marL="0" algn="r">
              <a:lnSpc>
                <a:spcPct val="100000"/>
              </a:lnSpc>
              <a:spcBef>
                <a:spcPts val="0"/>
              </a:spcBef>
              <a:spcAft>
                <a:spcPts val="0"/>
              </a:spcAft>
              <a:buClr>
                <a:srgbClr val="888888"/>
              </a:buClr>
              <a:buSzPts val="1200"/>
              <a:buFont typeface="Calibri"/>
              <a:buNone/>
              <a:defRPr sz="1200">
                <a:solidFill>
                  <a:srgbClr val="888888"/>
                </a:solidFill>
              </a:defRPr>
            </a:lvl1pPr>
            <a:lvl2pPr indent="0" lvl="1" marL="0" algn="r">
              <a:lnSpc>
                <a:spcPct val="100000"/>
              </a:lnSpc>
              <a:spcBef>
                <a:spcPts val="0"/>
              </a:spcBef>
              <a:spcAft>
                <a:spcPts val="0"/>
              </a:spcAft>
              <a:buClr>
                <a:srgbClr val="888888"/>
              </a:buClr>
              <a:buSzPts val="1200"/>
              <a:buFont typeface="Calibri"/>
              <a:buNone/>
              <a:defRPr sz="1200">
                <a:solidFill>
                  <a:srgbClr val="888888"/>
                </a:solidFill>
              </a:defRPr>
            </a:lvl2pPr>
            <a:lvl3pPr indent="0" lvl="2" marL="0" algn="r">
              <a:lnSpc>
                <a:spcPct val="100000"/>
              </a:lnSpc>
              <a:spcBef>
                <a:spcPts val="0"/>
              </a:spcBef>
              <a:spcAft>
                <a:spcPts val="0"/>
              </a:spcAft>
              <a:buClr>
                <a:srgbClr val="888888"/>
              </a:buClr>
              <a:buSzPts val="1200"/>
              <a:buFont typeface="Calibri"/>
              <a:buNone/>
              <a:defRPr sz="1200">
                <a:solidFill>
                  <a:srgbClr val="888888"/>
                </a:solidFill>
              </a:defRPr>
            </a:lvl3pPr>
            <a:lvl4pPr indent="0" lvl="3" marL="0" algn="r">
              <a:lnSpc>
                <a:spcPct val="100000"/>
              </a:lnSpc>
              <a:spcBef>
                <a:spcPts val="0"/>
              </a:spcBef>
              <a:spcAft>
                <a:spcPts val="0"/>
              </a:spcAft>
              <a:buClr>
                <a:srgbClr val="888888"/>
              </a:buClr>
              <a:buSzPts val="1200"/>
              <a:buFont typeface="Calibri"/>
              <a:buNone/>
              <a:defRPr sz="1200">
                <a:solidFill>
                  <a:srgbClr val="888888"/>
                </a:solidFill>
              </a:defRPr>
            </a:lvl4pPr>
            <a:lvl5pPr indent="0" lvl="4" marL="0" algn="r">
              <a:lnSpc>
                <a:spcPct val="100000"/>
              </a:lnSpc>
              <a:spcBef>
                <a:spcPts val="0"/>
              </a:spcBef>
              <a:spcAft>
                <a:spcPts val="0"/>
              </a:spcAft>
              <a:buClr>
                <a:srgbClr val="888888"/>
              </a:buClr>
              <a:buSzPts val="1200"/>
              <a:buFont typeface="Calibri"/>
              <a:buNone/>
              <a:defRPr sz="1200">
                <a:solidFill>
                  <a:srgbClr val="888888"/>
                </a:solidFill>
              </a:defRPr>
            </a:lvl5pPr>
            <a:lvl6pPr indent="0" lvl="5" marL="0" algn="r">
              <a:lnSpc>
                <a:spcPct val="100000"/>
              </a:lnSpc>
              <a:spcBef>
                <a:spcPts val="0"/>
              </a:spcBef>
              <a:spcAft>
                <a:spcPts val="0"/>
              </a:spcAft>
              <a:buClr>
                <a:srgbClr val="888888"/>
              </a:buClr>
              <a:buSzPts val="1200"/>
              <a:buFont typeface="Calibri"/>
              <a:buNone/>
              <a:defRPr sz="1200">
                <a:solidFill>
                  <a:srgbClr val="888888"/>
                </a:solidFill>
              </a:defRPr>
            </a:lvl6pPr>
            <a:lvl7pPr indent="0" lvl="6" marL="0" algn="r">
              <a:lnSpc>
                <a:spcPct val="100000"/>
              </a:lnSpc>
              <a:spcBef>
                <a:spcPts val="0"/>
              </a:spcBef>
              <a:spcAft>
                <a:spcPts val="0"/>
              </a:spcAft>
              <a:buClr>
                <a:srgbClr val="888888"/>
              </a:buClr>
              <a:buSzPts val="1200"/>
              <a:buFont typeface="Calibri"/>
              <a:buNone/>
              <a:defRPr sz="1200">
                <a:solidFill>
                  <a:srgbClr val="888888"/>
                </a:solidFill>
              </a:defRPr>
            </a:lvl7pPr>
            <a:lvl8pPr indent="0" lvl="7" marL="0" algn="r">
              <a:lnSpc>
                <a:spcPct val="100000"/>
              </a:lnSpc>
              <a:spcBef>
                <a:spcPts val="0"/>
              </a:spcBef>
              <a:spcAft>
                <a:spcPts val="0"/>
              </a:spcAft>
              <a:buClr>
                <a:srgbClr val="888888"/>
              </a:buClr>
              <a:buSzPts val="1200"/>
              <a:buFont typeface="Calibri"/>
              <a:buNone/>
              <a:defRPr sz="1200">
                <a:solidFill>
                  <a:srgbClr val="888888"/>
                </a:solidFill>
              </a:defRPr>
            </a:lvl8pPr>
            <a:lvl9pPr indent="0" lvl="8" marL="0" algn="r">
              <a:lnSpc>
                <a:spcPct val="100000"/>
              </a:lnSpc>
              <a:spcBef>
                <a:spcPts val="0"/>
              </a:spcBef>
              <a:spcAft>
                <a:spcPts val="0"/>
              </a:spcAft>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11" name="Shape 11"/>
        <p:cNvGrpSpPr/>
        <p:nvPr/>
      </p:nvGrpSpPr>
      <p:grpSpPr>
        <a:xfrm>
          <a:off x="0" y="0"/>
          <a:ext cx="0" cy="0"/>
          <a:chOff x="0" y="0"/>
          <a:chExt cx="0" cy="0"/>
        </a:xfrm>
      </p:grpSpPr>
      <p:sp>
        <p:nvSpPr>
          <p:cNvPr id="12" name="Google Shape;12;p3"/>
          <p:cNvSpPr txBox="1"/>
          <p:nvPr>
            <p:ph type="title"/>
          </p:nvPr>
        </p:nvSpPr>
        <p:spPr>
          <a:xfrm>
            <a:off x="838200" y="365125"/>
            <a:ext cx="10515600" cy="903635"/>
          </a:xfrm>
          <a:prstGeom prst="rect">
            <a:avLst/>
          </a:prstGeom>
          <a:noFill/>
          <a:ln>
            <a:noFill/>
          </a:ln>
        </p:spPr>
        <p:txBody>
          <a:bodyPr anchorCtr="0" anchor="ctr" bIns="45700" lIns="45700" spcFirstLastPara="1" rIns="45700" wrap="square" tIns="45700">
            <a:normAutofit/>
          </a:bodyPr>
          <a:lstStyle>
            <a:lvl1pPr lvl="0" algn="l">
              <a:lnSpc>
                <a:spcPct val="90000"/>
              </a:lnSpc>
              <a:spcBef>
                <a:spcPts val="0"/>
              </a:spcBef>
              <a:spcAft>
                <a:spcPts val="0"/>
              </a:spcAft>
              <a:buClr>
                <a:srgbClr val="000000"/>
              </a:buClr>
              <a:buSzPts val="1800"/>
              <a:buNone/>
              <a:defRPr/>
            </a:lvl1pPr>
            <a:lvl2pPr lvl="1" algn="l">
              <a:lnSpc>
                <a:spcPct val="90000"/>
              </a:lnSpc>
              <a:spcBef>
                <a:spcPts val="0"/>
              </a:spcBef>
              <a:spcAft>
                <a:spcPts val="0"/>
              </a:spcAft>
              <a:buClr>
                <a:srgbClr val="000000"/>
              </a:buClr>
              <a:buSzPts val="1800"/>
              <a:buNone/>
              <a:defRPr/>
            </a:lvl2pPr>
            <a:lvl3pPr lvl="2" algn="l">
              <a:lnSpc>
                <a:spcPct val="90000"/>
              </a:lnSpc>
              <a:spcBef>
                <a:spcPts val="0"/>
              </a:spcBef>
              <a:spcAft>
                <a:spcPts val="0"/>
              </a:spcAft>
              <a:buClr>
                <a:srgbClr val="000000"/>
              </a:buClr>
              <a:buSzPts val="1800"/>
              <a:buNone/>
              <a:defRPr/>
            </a:lvl3pPr>
            <a:lvl4pPr lvl="3" algn="l">
              <a:lnSpc>
                <a:spcPct val="90000"/>
              </a:lnSpc>
              <a:spcBef>
                <a:spcPts val="0"/>
              </a:spcBef>
              <a:spcAft>
                <a:spcPts val="0"/>
              </a:spcAft>
              <a:buClr>
                <a:srgbClr val="000000"/>
              </a:buClr>
              <a:buSzPts val="1800"/>
              <a:buNone/>
              <a:defRPr/>
            </a:lvl4pPr>
            <a:lvl5pPr lvl="4" algn="l">
              <a:lnSpc>
                <a:spcPct val="90000"/>
              </a:lnSpc>
              <a:spcBef>
                <a:spcPts val="0"/>
              </a:spcBef>
              <a:spcAft>
                <a:spcPts val="0"/>
              </a:spcAft>
              <a:buClr>
                <a:srgbClr val="000000"/>
              </a:buClr>
              <a:buSzPts val="1800"/>
              <a:buNone/>
              <a:defRPr/>
            </a:lvl5pPr>
            <a:lvl6pPr lvl="5" algn="l">
              <a:lnSpc>
                <a:spcPct val="90000"/>
              </a:lnSpc>
              <a:spcBef>
                <a:spcPts val="0"/>
              </a:spcBef>
              <a:spcAft>
                <a:spcPts val="0"/>
              </a:spcAft>
              <a:buClr>
                <a:srgbClr val="000000"/>
              </a:buClr>
              <a:buSzPts val="1800"/>
              <a:buNone/>
              <a:defRPr/>
            </a:lvl6pPr>
            <a:lvl7pPr lvl="6" algn="l">
              <a:lnSpc>
                <a:spcPct val="90000"/>
              </a:lnSpc>
              <a:spcBef>
                <a:spcPts val="0"/>
              </a:spcBef>
              <a:spcAft>
                <a:spcPts val="0"/>
              </a:spcAft>
              <a:buClr>
                <a:srgbClr val="000000"/>
              </a:buClr>
              <a:buSzPts val="1800"/>
              <a:buNone/>
              <a:defRPr/>
            </a:lvl7pPr>
            <a:lvl8pPr lvl="7" algn="l">
              <a:lnSpc>
                <a:spcPct val="90000"/>
              </a:lnSpc>
              <a:spcBef>
                <a:spcPts val="0"/>
              </a:spcBef>
              <a:spcAft>
                <a:spcPts val="0"/>
              </a:spcAft>
              <a:buClr>
                <a:srgbClr val="000000"/>
              </a:buClr>
              <a:buSzPts val="1800"/>
              <a:buNone/>
              <a:defRPr/>
            </a:lvl8pPr>
            <a:lvl9pPr lvl="8" algn="l">
              <a:lnSpc>
                <a:spcPct val="90000"/>
              </a:lnSpc>
              <a:spcBef>
                <a:spcPts val="0"/>
              </a:spcBef>
              <a:spcAft>
                <a:spcPts val="0"/>
              </a:spcAft>
              <a:buClr>
                <a:srgbClr val="000000"/>
              </a:buClr>
              <a:buSzPts val="1800"/>
              <a:buNone/>
              <a:defRPr/>
            </a:lvl9pPr>
          </a:lstStyle>
          <a:p/>
        </p:txBody>
      </p:sp>
      <p:sp>
        <p:nvSpPr>
          <p:cNvPr id="13" name="Google Shape;13;p3"/>
          <p:cNvSpPr txBox="1"/>
          <p:nvPr>
            <p:ph idx="1" type="body"/>
          </p:nvPr>
        </p:nvSpPr>
        <p:spPr>
          <a:xfrm>
            <a:off x="838200" y="1484783"/>
            <a:ext cx="10515600" cy="4692181"/>
          </a:xfrm>
          <a:prstGeom prst="rect">
            <a:avLst/>
          </a:prstGeom>
          <a:noFill/>
          <a:ln>
            <a:noFill/>
          </a:ln>
        </p:spPr>
        <p:txBody>
          <a:bodyPr anchorCtr="0" anchor="t" bIns="45700" lIns="45700" spcFirstLastPara="1" rIns="45700" wrap="square" tIns="45700">
            <a:normAutofit/>
          </a:bodyPr>
          <a:lstStyle>
            <a:lvl1pPr indent="-342900" lvl="0" marL="457200" algn="l">
              <a:lnSpc>
                <a:spcPct val="90000"/>
              </a:lnSpc>
              <a:spcBef>
                <a:spcPts val="1000"/>
              </a:spcBef>
              <a:spcAft>
                <a:spcPts val="0"/>
              </a:spcAft>
              <a:buClr>
                <a:srgbClr val="000000"/>
              </a:buClr>
              <a:buSzPts val="1800"/>
              <a:buChar char="•"/>
              <a:defRPr/>
            </a:lvl1pPr>
            <a:lvl2pPr indent="-342900" lvl="1" marL="914400" algn="l">
              <a:lnSpc>
                <a:spcPct val="90000"/>
              </a:lnSpc>
              <a:spcBef>
                <a:spcPts val="1000"/>
              </a:spcBef>
              <a:spcAft>
                <a:spcPts val="0"/>
              </a:spcAft>
              <a:buClr>
                <a:srgbClr val="000000"/>
              </a:buClr>
              <a:buSzPts val="1800"/>
              <a:buChar char="•"/>
              <a:defRPr/>
            </a:lvl2pPr>
            <a:lvl3pPr indent="-342900" lvl="2" marL="1371600" algn="l">
              <a:lnSpc>
                <a:spcPct val="90000"/>
              </a:lnSpc>
              <a:spcBef>
                <a:spcPts val="1000"/>
              </a:spcBef>
              <a:spcAft>
                <a:spcPts val="0"/>
              </a:spcAft>
              <a:buClr>
                <a:srgbClr val="000000"/>
              </a:buClr>
              <a:buSzPts val="1800"/>
              <a:buChar char="•"/>
              <a:defRPr/>
            </a:lvl3pPr>
            <a:lvl4pPr indent="-342900" lvl="3" marL="1828800" algn="l">
              <a:lnSpc>
                <a:spcPct val="90000"/>
              </a:lnSpc>
              <a:spcBef>
                <a:spcPts val="1000"/>
              </a:spcBef>
              <a:spcAft>
                <a:spcPts val="0"/>
              </a:spcAft>
              <a:buClr>
                <a:srgbClr val="000000"/>
              </a:buClr>
              <a:buSzPts val="1800"/>
              <a:buChar char="•"/>
              <a:defRPr/>
            </a:lvl4pPr>
            <a:lvl5pPr indent="-342900" lvl="4" marL="2286000" algn="l">
              <a:lnSpc>
                <a:spcPct val="90000"/>
              </a:lnSpc>
              <a:spcBef>
                <a:spcPts val="1000"/>
              </a:spcBef>
              <a:spcAft>
                <a:spcPts val="0"/>
              </a:spcAft>
              <a:buClr>
                <a:srgbClr val="000000"/>
              </a:buClr>
              <a:buSzPts val="1800"/>
              <a:buChar char="•"/>
              <a:defRPr/>
            </a:lvl5pPr>
            <a:lvl6pPr indent="-342900" lvl="5" marL="2743200" algn="l">
              <a:lnSpc>
                <a:spcPct val="90000"/>
              </a:lnSpc>
              <a:spcBef>
                <a:spcPts val="1000"/>
              </a:spcBef>
              <a:spcAft>
                <a:spcPts val="0"/>
              </a:spcAft>
              <a:buClr>
                <a:srgbClr val="000000"/>
              </a:buClr>
              <a:buSzPts val="1800"/>
              <a:buChar char="•"/>
              <a:defRPr/>
            </a:lvl6pPr>
            <a:lvl7pPr indent="-342900" lvl="6" marL="3200400" algn="l">
              <a:lnSpc>
                <a:spcPct val="90000"/>
              </a:lnSpc>
              <a:spcBef>
                <a:spcPts val="1000"/>
              </a:spcBef>
              <a:spcAft>
                <a:spcPts val="0"/>
              </a:spcAft>
              <a:buClr>
                <a:srgbClr val="000000"/>
              </a:buClr>
              <a:buSzPts val="1800"/>
              <a:buChar char="•"/>
              <a:defRPr/>
            </a:lvl7pPr>
            <a:lvl8pPr indent="-342900" lvl="7" marL="3657600" algn="l">
              <a:lnSpc>
                <a:spcPct val="90000"/>
              </a:lnSpc>
              <a:spcBef>
                <a:spcPts val="1000"/>
              </a:spcBef>
              <a:spcAft>
                <a:spcPts val="0"/>
              </a:spcAft>
              <a:buClr>
                <a:srgbClr val="000000"/>
              </a:buClr>
              <a:buSzPts val="1800"/>
              <a:buChar char="•"/>
              <a:defRPr/>
            </a:lvl8pPr>
            <a:lvl9pPr indent="-342900" lvl="8" marL="4114800" algn="l">
              <a:lnSpc>
                <a:spcPct val="90000"/>
              </a:lnSpc>
              <a:spcBef>
                <a:spcPts val="1000"/>
              </a:spcBef>
              <a:spcAft>
                <a:spcPts val="0"/>
              </a:spcAft>
              <a:buClr>
                <a:srgbClr val="000000"/>
              </a:buClr>
              <a:buSzPts val="1800"/>
              <a:buChar char="•"/>
              <a:defRPr/>
            </a:lvl9pPr>
          </a:lstStyle>
          <a:p/>
        </p:txBody>
      </p:sp>
      <p:sp>
        <p:nvSpPr>
          <p:cNvPr id="14" name="Google Shape;14;p3"/>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lvl1pPr indent="0" lvl="0" marL="0" algn="r">
              <a:lnSpc>
                <a:spcPct val="100000"/>
              </a:lnSpc>
              <a:spcBef>
                <a:spcPts val="0"/>
              </a:spcBef>
              <a:spcAft>
                <a:spcPts val="0"/>
              </a:spcAft>
              <a:buClr>
                <a:srgbClr val="888888"/>
              </a:buClr>
              <a:buSzPts val="1200"/>
              <a:buFont typeface="Calibri"/>
              <a:buNone/>
              <a:defRPr sz="1200">
                <a:solidFill>
                  <a:srgbClr val="888888"/>
                </a:solidFill>
              </a:defRPr>
            </a:lvl1pPr>
            <a:lvl2pPr indent="0" lvl="1" marL="0" algn="r">
              <a:lnSpc>
                <a:spcPct val="100000"/>
              </a:lnSpc>
              <a:spcBef>
                <a:spcPts val="0"/>
              </a:spcBef>
              <a:spcAft>
                <a:spcPts val="0"/>
              </a:spcAft>
              <a:buClr>
                <a:srgbClr val="888888"/>
              </a:buClr>
              <a:buSzPts val="1200"/>
              <a:buFont typeface="Calibri"/>
              <a:buNone/>
              <a:defRPr sz="1200">
                <a:solidFill>
                  <a:srgbClr val="888888"/>
                </a:solidFill>
              </a:defRPr>
            </a:lvl2pPr>
            <a:lvl3pPr indent="0" lvl="2" marL="0" algn="r">
              <a:lnSpc>
                <a:spcPct val="100000"/>
              </a:lnSpc>
              <a:spcBef>
                <a:spcPts val="0"/>
              </a:spcBef>
              <a:spcAft>
                <a:spcPts val="0"/>
              </a:spcAft>
              <a:buClr>
                <a:srgbClr val="888888"/>
              </a:buClr>
              <a:buSzPts val="1200"/>
              <a:buFont typeface="Calibri"/>
              <a:buNone/>
              <a:defRPr sz="1200">
                <a:solidFill>
                  <a:srgbClr val="888888"/>
                </a:solidFill>
              </a:defRPr>
            </a:lvl3pPr>
            <a:lvl4pPr indent="0" lvl="3" marL="0" algn="r">
              <a:lnSpc>
                <a:spcPct val="100000"/>
              </a:lnSpc>
              <a:spcBef>
                <a:spcPts val="0"/>
              </a:spcBef>
              <a:spcAft>
                <a:spcPts val="0"/>
              </a:spcAft>
              <a:buClr>
                <a:srgbClr val="888888"/>
              </a:buClr>
              <a:buSzPts val="1200"/>
              <a:buFont typeface="Calibri"/>
              <a:buNone/>
              <a:defRPr sz="1200">
                <a:solidFill>
                  <a:srgbClr val="888888"/>
                </a:solidFill>
              </a:defRPr>
            </a:lvl4pPr>
            <a:lvl5pPr indent="0" lvl="4" marL="0" algn="r">
              <a:lnSpc>
                <a:spcPct val="100000"/>
              </a:lnSpc>
              <a:spcBef>
                <a:spcPts val="0"/>
              </a:spcBef>
              <a:spcAft>
                <a:spcPts val="0"/>
              </a:spcAft>
              <a:buClr>
                <a:srgbClr val="888888"/>
              </a:buClr>
              <a:buSzPts val="1200"/>
              <a:buFont typeface="Calibri"/>
              <a:buNone/>
              <a:defRPr sz="1200">
                <a:solidFill>
                  <a:srgbClr val="888888"/>
                </a:solidFill>
              </a:defRPr>
            </a:lvl5pPr>
            <a:lvl6pPr indent="0" lvl="5" marL="0" algn="r">
              <a:lnSpc>
                <a:spcPct val="100000"/>
              </a:lnSpc>
              <a:spcBef>
                <a:spcPts val="0"/>
              </a:spcBef>
              <a:spcAft>
                <a:spcPts val="0"/>
              </a:spcAft>
              <a:buClr>
                <a:srgbClr val="888888"/>
              </a:buClr>
              <a:buSzPts val="1200"/>
              <a:buFont typeface="Calibri"/>
              <a:buNone/>
              <a:defRPr sz="1200">
                <a:solidFill>
                  <a:srgbClr val="888888"/>
                </a:solidFill>
              </a:defRPr>
            </a:lvl6pPr>
            <a:lvl7pPr indent="0" lvl="6" marL="0" algn="r">
              <a:lnSpc>
                <a:spcPct val="100000"/>
              </a:lnSpc>
              <a:spcBef>
                <a:spcPts val="0"/>
              </a:spcBef>
              <a:spcAft>
                <a:spcPts val="0"/>
              </a:spcAft>
              <a:buClr>
                <a:srgbClr val="888888"/>
              </a:buClr>
              <a:buSzPts val="1200"/>
              <a:buFont typeface="Calibri"/>
              <a:buNone/>
              <a:defRPr sz="1200">
                <a:solidFill>
                  <a:srgbClr val="888888"/>
                </a:solidFill>
              </a:defRPr>
            </a:lvl7pPr>
            <a:lvl8pPr indent="0" lvl="7" marL="0" algn="r">
              <a:lnSpc>
                <a:spcPct val="100000"/>
              </a:lnSpc>
              <a:spcBef>
                <a:spcPts val="0"/>
              </a:spcBef>
              <a:spcAft>
                <a:spcPts val="0"/>
              </a:spcAft>
              <a:buClr>
                <a:srgbClr val="888888"/>
              </a:buClr>
              <a:buSzPts val="1200"/>
              <a:buFont typeface="Calibri"/>
              <a:buNone/>
              <a:defRPr sz="1200">
                <a:solidFill>
                  <a:srgbClr val="888888"/>
                </a:solidFill>
              </a:defRPr>
            </a:lvl8pPr>
            <a:lvl9pPr indent="0" lvl="8" marL="0" algn="r">
              <a:lnSpc>
                <a:spcPct val="100000"/>
              </a:lnSpc>
              <a:spcBef>
                <a:spcPts val="0"/>
              </a:spcBef>
              <a:spcAft>
                <a:spcPts val="0"/>
              </a:spcAft>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15" name="Shape 15"/>
        <p:cNvGrpSpPr/>
        <p:nvPr/>
      </p:nvGrpSpPr>
      <p:grpSpPr>
        <a:xfrm>
          <a:off x="0" y="0"/>
          <a:ext cx="0" cy="0"/>
          <a:chOff x="0" y="0"/>
          <a:chExt cx="0" cy="0"/>
        </a:xfrm>
      </p:grpSpPr>
      <p:sp>
        <p:nvSpPr>
          <p:cNvPr id="16" name="Google Shape;16;p4"/>
          <p:cNvSpPr txBox="1"/>
          <p:nvPr>
            <p:ph type="title"/>
          </p:nvPr>
        </p:nvSpPr>
        <p:spPr>
          <a:xfrm>
            <a:off x="838200" y="365125"/>
            <a:ext cx="10515600" cy="903635"/>
          </a:xfrm>
          <a:prstGeom prst="rect">
            <a:avLst/>
          </a:prstGeom>
          <a:noFill/>
          <a:ln>
            <a:noFill/>
          </a:ln>
        </p:spPr>
        <p:txBody>
          <a:bodyPr anchorCtr="0" anchor="ctr" bIns="45700" lIns="45700" spcFirstLastPara="1" rIns="45700" wrap="square" tIns="45700">
            <a:normAutofit/>
          </a:bodyPr>
          <a:lstStyle>
            <a:lvl1pPr lvl="0" algn="l">
              <a:lnSpc>
                <a:spcPct val="90000"/>
              </a:lnSpc>
              <a:spcBef>
                <a:spcPts val="0"/>
              </a:spcBef>
              <a:spcAft>
                <a:spcPts val="0"/>
              </a:spcAft>
              <a:buClr>
                <a:srgbClr val="000000"/>
              </a:buClr>
              <a:buSzPts val="1800"/>
              <a:buNone/>
              <a:defRPr/>
            </a:lvl1pPr>
            <a:lvl2pPr lvl="1" algn="l">
              <a:lnSpc>
                <a:spcPct val="90000"/>
              </a:lnSpc>
              <a:spcBef>
                <a:spcPts val="0"/>
              </a:spcBef>
              <a:spcAft>
                <a:spcPts val="0"/>
              </a:spcAft>
              <a:buClr>
                <a:srgbClr val="000000"/>
              </a:buClr>
              <a:buSzPts val="1800"/>
              <a:buNone/>
              <a:defRPr/>
            </a:lvl2pPr>
            <a:lvl3pPr lvl="2" algn="l">
              <a:lnSpc>
                <a:spcPct val="90000"/>
              </a:lnSpc>
              <a:spcBef>
                <a:spcPts val="0"/>
              </a:spcBef>
              <a:spcAft>
                <a:spcPts val="0"/>
              </a:spcAft>
              <a:buClr>
                <a:srgbClr val="000000"/>
              </a:buClr>
              <a:buSzPts val="1800"/>
              <a:buNone/>
              <a:defRPr/>
            </a:lvl3pPr>
            <a:lvl4pPr lvl="3" algn="l">
              <a:lnSpc>
                <a:spcPct val="90000"/>
              </a:lnSpc>
              <a:spcBef>
                <a:spcPts val="0"/>
              </a:spcBef>
              <a:spcAft>
                <a:spcPts val="0"/>
              </a:spcAft>
              <a:buClr>
                <a:srgbClr val="000000"/>
              </a:buClr>
              <a:buSzPts val="1800"/>
              <a:buNone/>
              <a:defRPr/>
            </a:lvl4pPr>
            <a:lvl5pPr lvl="4" algn="l">
              <a:lnSpc>
                <a:spcPct val="90000"/>
              </a:lnSpc>
              <a:spcBef>
                <a:spcPts val="0"/>
              </a:spcBef>
              <a:spcAft>
                <a:spcPts val="0"/>
              </a:spcAft>
              <a:buClr>
                <a:srgbClr val="000000"/>
              </a:buClr>
              <a:buSzPts val="1800"/>
              <a:buNone/>
              <a:defRPr/>
            </a:lvl5pPr>
            <a:lvl6pPr lvl="5" algn="l">
              <a:lnSpc>
                <a:spcPct val="90000"/>
              </a:lnSpc>
              <a:spcBef>
                <a:spcPts val="0"/>
              </a:spcBef>
              <a:spcAft>
                <a:spcPts val="0"/>
              </a:spcAft>
              <a:buClr>
                <a:srgbClr val="000000"/>
              </a:buClr>
              <a:buSzPts val="1800"/>
              <a:buNone/>
              <a:defRPr/>
            </a:lvl6pPr>
            <a:lvl7pPr lvl="6" algn="l">
              <a:lnSpc>
                <a:spcPct val="90000"/>
              </a:lnSpc>
              <a:spcBef>
                <a:spcPts val="0"/>
              </a:spcBef>
              <a:spcAft>
                <a:spcPts val="0"/>
              </a:spcAft>
              <a:buClr>
                <a:srgbClr val="000000"/>
              </a:buClr>
              <a:buSzPts val="1800"/>
              <a:buNone/>
              <a:defRPr/>
            </a:lvl7pPr>
            <a:lvl8pPr lvl="7" algn="l">
              <a:lnSpc>
                <a:spcPct val="90000"/>
              </a:lnSpc>
              <a:spcBef>
                <a:spcPts val="0"/>
              </a:spcBef>
              <a:spcAft>
                <a:spcPts val="0"/>
              </a:spcAft>
              <a:buClr>
                <a:srgbClr val="000000"/>
              </a:buClr>
              <a:buSzPts val="1800"/>
              <a:buNone/>
              <a:defRPr/>
            </a:lvl8pPr>
            <a:lvl9pPr lvl="8" algn="l">
              <a:lnSpc>
                <a:spcPct val="90000"/>
              </a:lnSpc>
              <a:spcBef>
                <a:spcPts val="0"/>
              </a:spcBef>
              <a:spcAft>
                <a:spcPts val="0"/>
              </a:spcAft>
              <a:buClr>
                <a:srgbClr val="000000"/>
              </a:buClr>
              <a:buSzPts val="1800"/>
              <a:buNone/>
              <a:defRPr/>
            </a:lvl9pPr>
          </a:lstStyle>
          <a:p/>
        </p:txBody>
      </p:sp>
      <p:sp>
        <p:nvSpPr>
          <p:cNvPr id="17" name="Google Shape;17;p4"/>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lvl1pPr indent="0" lvl="0" marL="0" algn="r">
              <a:lnSpc>
                <a:spcPct val="100000"/>
              </a:lnSpc>
              <a:spcBef>
                <a:spcPts val="0"/>
              </a:spcBef>
              <a:spcAft>
                <a:spcPts val="0"/>
              </a:spcAft>
              <a:buClr>
                <a:srgbClr val="888888"/>
              </a:buClr>
              <a:buSzPts val="1200"/>
              <a:buFont typeface="Calibri"/>
              <a:buNone/>
              <a:defRPr sz="1200">
                <a:solidFill>
                  <a:srgbClr val="888888"/>
                </a:solidFill>
              </a:defRPr>
            </a:lvl1pPr>
            <a:lvl2pPr indent="0" lvl="1" marL="0" algn="r">
              <a:lnSpc>
                <a:spcPct val="100000"/>
              </a:lnSpc>
              <a:spcBef>
                <a:spcPts val="0"/>
              </a:spcBef>
              <a:spcAft>
                <a:spcPts val="0"/>
              </a:spcAft>
              <a:buClr>
                <a:srgbClr val="888888"/>
              </a:buClr>
              <a:buSzPts val="1200"/>
              <a:buFont typeface="Calibri"/>
              <a:buNone/>
              <a:defRPr sz="1200">
                <a:solidFill>
                  <a:srgbClr val="888888"/>
                </a:solidFill>
              </a:defRPr>
            </a:lvl2pPr>
            <a:lvl3pPr indent="0" lvl="2" marL="0" algn="r">
              <a:lnSpc>
                <a:spcPct val="100000"/>
              </a:lnSpc>
              <a:spcBef>
                <a:spcPts val="0"/>
              </a:spcBef>
              <a:spcAft>
                <a:spcPts val="0"/>
              </a:spcAft>
              <a:buClr>
                <a:srgbClr val="888888"/>
              </a:buClr>
              <a:buSzPts val="1200"/>
              <a:buFont typeface="Calibri"/>
              <a:buNone/>
              <a:defRPr sz="1200">
                <a:solidFill>
                  <a:srgbClr val="888888"/>
                </a:solidFill>
              </a:defRPr>
            </a:lvl3pPr>
            <a:lvl4pPr indent="0" lvl="3" marL="0" algn="r">
              <a:lnSpc>
                <a:spcPct val="100000"/>
              </a:lnSpc>
              <a:spcBef>
                <a:spcPts val="0"/>
              </a:spcBef>
              <a:spcAft>
                <a:spcPts val="0"/>
              </a:spcAft>
              <a:buClr>
                <a:srgbClr val="888888"/>
              </a:buClr>
              <a:buSzPts val="1200"/>
              <a:buFont typeface="Calibri"/>
              <a:buNone/>
              <a:defRPr sz="1200">
                <a:solidFill>
                  <a:srgbClr val="888888"/>
                </a:solidFill>
              </a:defRPr>
            </a:lvl4pPr>
            <a:lvl5pPr indent="0" lvl="4" marL="0" algn="r">
              <a:lnSpc>
                <a:spcPct val="100000"/>
              </a:lnSpc>
              <a:spcBef>
                <a:spcPts val="0"/>
              </a:spcBef>
              <a:spcAft>
                <a:spcPts val="0"/>
              </a:spcAft>
              <a:buClr>
                <a:srgbClr val="888888"/>
              </a:buClr>
              <a:buSzPts val="1200"/>
              <a:buFont typeface="Calibri"/>
              <a:buNone/>
              <a:defRPr sz="1200">
                <a:solidFill>
                  <a:srgbClr val="888888"/>
                </a:solidFill>
              </a:defRPr>
            </a:lvl5pPr>
            <a:lvl6pPr indent="0" lvl="5" marL="0" algn="r">
              <a:lnSpc>
                <a:spcPct val="100000"/>
              </a:lnSpc>
              <a:spcBef>
                <a:spcPts val="0"/>
              </a:spcBef>
              <a:spcAft>
                <a:spcPts val="0"/>
              </a:spcAft>
              <a:buClr>
                <a:srgbClr val="888888"/>
              </a:buClr>
              <a:buSzPts val="1200"/>
              <a:buFont typeface="Calibri"/>
              <a:buNone/>
              <a:defRPr sz="1200">
                <a:solidFill>
                  <a:srgbClr val="888888"/>
                </a:solidFill>
              </a:defRPr>
            </a:lvl6pPr>
            <a:lvl7pPr indent="0" lvl="6" marL="0" algn="r">
              <a:lnSpc>
                <a:spcPct val="100000"/>
              </a:lnSpc>
              <a:spcBef>
                <a:spcPts val="0"/>
              </a:spcBef>
              <a:spcAft>
                <a:spcPts val="0"/>
              </a:spcAft>
              <a:buClr>
                <a:srgbClr val="888888"/>
              </a:buClr>
              <a:buSzPts val="1200"/>
              <a:buFont typeface="Calibri"/>
              <a:buNone/>
              <a:defRPr sz="1200">
                <a:solidFill>
                  <a:srgbClr val="888888"/>
                </a:solidFill>
              </a:defRPr>
            </a:lvl7pPr>
            <a:lvl8pPr indent="0" lvl="7" marL="0" algn="r">
              <a:lnSpc>
                <a:spcPct val="100000"/>
              </a:lnSpc>
              <a:spcBef>
                <a:spcPts val="0"/>
              </a:spcBef>
              <a:spcAft>
                <a:spcPts val="0"/>
              </a:spcAft>
              <a:buClr>
                <a:srgbClr val="888888"/>
              </a:buClr>
              <a:buSzPts val="1200"/>
              <a:buFont typeface="Calibri"/>
              <a:buNone/>
              <a:defRPr sz="1200">
                <a:solidFill>
                  <a:srgbClr val="888888"/>
                </a:solidFill>
              </a:defRPr>
            </a:lvl8pPr>
            <a:lvl9pPr indent="0" lvl="8" marL="0" algn="r">
              <a:lnSpc>
                <a:spcPct val="100000"/>
              </a:lnSpc>
              <a:spcBef>
                <a:spcPts val="0"/>
              </a:spcBef>
              <a:spcAft>
                <a:spcPts val="0"/>
              </a:spcAft>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 name="Shape 18"/>
        <p:cNvGrpSpPr/>
        <p:nvPr/>
      </p:nvGrpSpPr>
      <p:grpSpPr>
        <a:xfrm>
          <a:off x="0" y="0"/>
          <a:ext cx="0" cy="0"/>
          <a:chOff x="0" y="0"/>
          <a:chExt cx="0" cy="0"/>
        </a:xfrm>
      </p:grpSpPr>
      <p:sp>
        <p:nvSpPr>
          <p:cNvPr id="19" name="Google Shape;19;p5"/>
          <p:cNvSpPr txBox="1"/>
          <p:nvPr>
            <p:ph type="title"/>
          </p:nvPr>
        </p:nvSpPr>
        <p:spPr>
          <a:xfrm>
            <a:off x="1524000" y="1122362"/>
            <a:ext cx="9144000" cy="2387601"/>
          </a:xfrm>
          <a:prstGeom prst="rect">
            <a:avLst/>
          </a:prstGeom>
          <a:noFill/>
          <a:ln>
            <a:noFill/>
          </a:ln>
        </p:spPr>
        <p:txBody>
          <a:bodyPr anchorCtr="0" anchor="b" bIns="45700" lIns="45700" spcFirstLastPara="1" rIns="45700" wrap="square" tIns="45700">
            <a:normAutofit/>
          </a:bodyPr>
          <a:lstStyle>
            <a:lvl1pPr lvl="0" algn="ctr">
              <a:lnSpc>
                <a:spcPct val="90000"/>
              </a:lnSpc>
              <a:spcBef>
                <a:spcPts val="0"/>
              </a:spcBef>
              <a:spcAft>
                <a:spcPts val="0"/>
              </a:spcAft>
              <a:buClr>
                <a:srgbClr val="000000"/>
              </a:buClr>
              <a:buSzPts val="6000"/>
              <a:buFont typeface="Calibri"/>
              <a:buNone/>
              <a:defRPr sz="6000"/>
            </a:lvl1pPr>
            <a:lvl2pPr lvl="1" algn="l">
              <a:lnSpc>
                <a:spcPct val="90000"/>
              </a:lnSpc>
              <a:spcBef>
                <a:spcPts val="0"/>
              </a:spcBef>
              <a:spcAft>
                <a:spcPts val="0"/>
              </a:spcAft>
              <a:buClr>
                <a:srgbClr val="000000"/>
              </a:buClr>
              <a:buSzPts val="1800"/>
              <a:buNone/>
              <a:defRPr/>
            </a:lvl2pPr>
            <a:lvl3pPr lvl="2" algn="l">
              <a:lnSpc>
                <a:spcPct val="90000"/>
              </a:lnSpc>
              <a:spcBef>
                <a:spcPts val="0"/>
              </a:spcBef>
              <a:spcAft>
                <a:spcPts val="0"/>
              </a:spcAft>
              <a:buClr>
                <a:srgbClr val="000000"/>
              </a:buClr>
              <a:buSzPts val="1800"/>
              <a:buNone/>
              <a:defRPr/>
            </a:lvl3pPr>
            <a:lvl4pPr lvl="3" algn="l">
              <a:lnSpc>
                <a:spcPct val="90000"/>
              </a:lnSpc>
              <a:spcBef>
                <a:spcPts val="0"/>
              </a:spcBef>
              <a:spcAft>
                <a:spcPts val="0"/>
              </a:spcAft>
              <a:buClr>
                <a:srgbClr val="000000"/>
              </a:buClr>
              <a:buSzPts val="1800"/>
              <a:buNone/>
              <a:defRPr/>
            </a:lvl4pPr>
            <a:lvl5pPr lvl="4" algn="l">
              <a:lnSpc>
                <a:spcPct val="90000"/>
              </a:lnSpc>
              <a:spcBef>
                <a:spcPts val="0"/>
              </a:spcBef>
              <a:spcAft>
                <a:spcPts val="0"/>
              </a:spcAft>
              <a:buClr>
                <a:srgbClr val="000000"/>
              </a:buClr>
              <a:buSzPts val="1800"/>
              <a:buNone/>
              <a:defRPr/>
            </a:lvl5pPr>
            <a:lvl6pPr lvl="5" algn="l">
              <a:lnSpc>
                <a:spcPct val="90000"/>
              </a:lnSpc>
              <a:spcBef>
                <a:spcPts val="0"/>
              </a:spcBef>
              <a:spcAft>
                <a:spcPts val="0"/>
              </a:spcAft>
              <a:buClr>
                <a:srgbClr val="000000"/>
              </a:buClr>
              <a:buSzPts val="1800"/>
              <a:buNone/>
              <a:defRPr/>
            </a:lvl6pPr>
            <a:lvl7pPr lvl="6" algn="l">
              <a:lnSpc>
                <a:spcPct val="90000"/>
              </a:lnSpc>
              <a:spcBef>
                <a:spcPts val="0"/>
              </a:spcBef>
              <a:spcAft>
                <a:spcPts val="0"/>
              </a:spcAft>
              <a:buClr>
                <a:srgbClr val="000000"/>
              </a:buClr>
              <a:buSzPts val="1800"/>
              <a:buNone/>
              <a:defRPr/>
            </a:lvl7pPr>
            <a:lvl8pPr lvl="7" algn="l">
              <a:lnSpc>
                <a:spcPct val="90000"/>
              </a:lnSpc>
              <a:spcBef>
                <a:spcPts val="0"/>
              </a:spcBef>
              <a:spcAft>
                <a:spcPts val="0"/>
              </a:spcAft>
              <a:buClr>
                <a:srgbClr val="000000"/>
              </a:buClr>
              <a:buSzPts val="1800"/>
              <a:buNone/>
              <a:defRPr/>
            </a:lvl8pPr>
            <a:lvl9pPr lvl="8" algn="l">
              <a:lnSpc>
                <a:spcPct val="90000"/>
              </a:lnSpc>
              <a:spcBef>
                <a:spcPts val="0"/>
              </a:spcBef>
              <a:spcAft>
                <a:spcPts val="0"/>
              </a:spcAft>
              <a:buClr>
                <a:srgbClr val="000000"/>
              </a:buClr>
              <a:buSzPts val="1800"/>
              <a:buNone/>
              <a:defRPr/>
            </a:lvl9pPr>
          </a:lstStyle>
          <a:p/>
        </p:txBody>
      </p:sp>
      <p:sp>
        <p:nvSpPr>
          <p:cNvPr id="20" name="Google Shape;20;p5"/>
          <p:cNvSpPr txBox="1"/>
          <p:nvPr>
            <p:ph idx="1" type="body"/>
          </p:nvPr>
        </p:nvSpPr>
        <p:spPr>
          <a:xfrm>
            <a:off x="1524000" y="3602037"/>
            <a:ext cx="9144000" cy="1655763"/>
          </a:xfrm>
          <a:prstGeom prst="rect">
            <a:avLst/>
          </a:prstGeom>
          <a:noFill/>
          <a:ln>
            <a:noFill/>
          </a:ln>
        </p:spPr>
        <p:txBody>
          <a:bodyPr anchorCtr="0" anchor="t" bIns="45700" lIns="45700" spcFirstLastPara="1" rIns="45700" wrap="square" tIns="45700">
            <a:normAutofit/>
          </a:bodyPr>
          <a:lstStyle>
            <a:lvl1pPr indent="-228600" lvl="0" marL="457200" algn="ctr">
              <a:lnSpc>
                <a:spcPct val="90000"/>
              </a:lnSpc>
              <a:spcBef>
                <a:spcPts val="1000"/>
              </a:spcBef>
              <a:spcAft>
                <a:spcPts val="0"/>
              </a:spcAft>
              <a:buClr>
                <a:srgbClr val="000000"/>
              </a:buClr>
              <a:buSzPts val="2400"/>
              <a:buFont typeface="Calibri"/>
              <a:buNone/>
              <a:defRPr sz="2400"/>
            </a:lvl1pPr>
            <a:lvl2pPr indent="-228600" lvl="1" marL="914400" algn="ctr">
              <a:lnSpc>
                <a:spcPct val="90000"/>
              </a:lnSpc>
              <a:spcBef>
                <a:spcPts val="1000"/>
              </a:spcBef>
              <a:spcAft>
                <a:spcPts val="0"/>
              </a:spcAft>
              <a:buClr>
                <a:srgbClr val="000000"/>
              </a:buClr>
              <a:buSzPts val="2400"/>
              <a:buFont typeface="Calibri"/>
              <a:buNone/>
              <a:defRPr sz="2400"/>
            </a:lvl2pPr>
            <a:lvl3pPr indent="-228600" lvl="2" marL="1371600" algn="ctr">
              <a:lnSpc>
                <a:spcPct val="90000"/>
              </a:lnSpc>
              <a:spcBef>
                <a:spcPts val="1000"/>
              </a:spcBef>
              <a:spcAft>
                <a:spcPts val="0"/>
              </a:spcAft>
              <a:buClr>
                <a:srgbClr val="000000"/>
              </a:buClr>
              <a:buSzPts val="2400"/>
              <a:buFont typeface="Calibri"/>
              <a:buNone/>
              <a:defRPr sz="2400"/>
            </a:lvl3pPr>
            <a:lvl4pPr indent="-228600" lvl="3" marL="1828800" algn="ctr">
              <a:lnSpc>
                <a:spcPct val="90000"/>
              </a:lnSpc>
              <a:spcBef>
                <a:spcPts val="1000"/>
              </a:spcBef>
              <a:spcAft>
                <a:spcPts val="0"/>
              </a:spcAft>
              <a:buClr>
                <a:srgbClr val="000000"/>
              </a:buClr>
              <a:buSzPts val="2400"/>
              <a:buFont typeface="Calibri"/>
              <a:buNone/>
              <a:defRPr sz="2400"/>
            </a:lvl4pPr>
            <a:lvl5pPr indent="-228600" lvl="4" marL="2286000" algn="ctr">
              <a:lnSpc>
                <a:spcPct val="90000"/>
              </a:lnSpc>
              <a:spcBef>
                <a:spcPts val="1000"/>
              </a:spcBef>
              <a:spcAft>
                <a:spcPts val="0"/>
              </a:spcAft>
              <a:buClr>
                <a:srgbClr val="000000"/>
              </a:buClr>
              <a:buSzPts val="2400"/>
              <a:buFont typeface="Calibri"/>
              <a:buNone/>
              <a:defRPr sz="2400"/>
            </a:lvl5pPr>
            <a:lvl6pPr indent="-342900" lvl="5" marL="2743200" algn="l">
              <a:lnSpc>
                <a:spcPct val="90000"/>
              </a:lnSpc>
              <a:spcBef>
                <a:spcPts val="1000"/>
              </a:spcBef>
              <a:spcAft>
                <a:spcPts val="0"/>
              </a:spcAft>
              <a:buClr>
                <a:srgbClr val="000000"/>
              </a:buClr>
              <a:buSzPts val="1800"/>
              <a:buChar char="•"/>
              <a:defRPr/>
            </a:lvl6pPr>
            <a:lvl7pPr indent="-342900" lvl="6" marL="3200400" algn="l">
              <a:lnSpc>
                <a:spcPct val="90000"/>
              </a:lnSpc>
              <a:spcBef>
                <a:spcPts val="1000"/>
              </a:spcBef>
              <a:spcAft>
                <a:spcPts val="0"/>
              </a:spcAft>
              <a:buClr>
                <a:srgbClr val="000000"/>
              </a:buClr>
              <a:buSzPts val="1800"/>
              <a:buChar char="•"/>
              <a:defRPr/>
            </a:lvl7pPr>
            <a:lvl8pPr indent="-342900" lvl="7" marL="3657600" algn="l">
              <a:lnSpc>
                <a:spcPct val="90000"/>
              </a:lnSpc>
              <a:spcBef>
                <a:spcPts val="1000"/>
              </a:spcBef>
              <a:spcAft>
                <a:spcPts val="0"/>
              </a:spcAft>
              <a:buClr>
                <a:srgbClr val="000000"/>
              </a:buClr>
              <a:buSzPts val="1800"/>
              <a:buChar char="•"/>
              <a:defRPr/>
            </a:lvl8pPr>
            <a:lvl9pPr indent="-342900" lvl="8" marL="4114800" algn="l">
              <a:lnSpc>
                <a:spcPct val="90000"/>
              </a:lnSpc>
              <a:spcBef>
                <a:spcPts val="1000"/>
              </a:spcBef>
              <a:spcAft>
                <a:spcPts val="0"/>
              </a:spcAft>
              <a:buClr>
                <a:srgbClr val="000000"/>
              </a:buClr>
              <a:buSzPts val="1800"/>
              <a:buChar char="•"/>
              <a:defRPr/>
            </a:lvl9pPr>
          </a:lstStyle>
          <a:p/>
        </p:txBody>
      </p:sp>
      <p:sp>
        <p:nvSpPr>
          <p:cNvPr id="21" name="Google Shape;21;p5"/>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lvl1pPr indent="0" lvl="0" marL="0" algn="r">
              <a:lnSpc>
                <a:spcPct val="100000"/>
              </a:lnSpc>
              <a:spcBef>
                <a:spcPts val="0"/>
              </a:spcBef>
              <a:spcAft>
                <a:spcPts val="0"/>
              </a:spcAft>
              <a:buClr>
                <a:srgbClr val="888888"/>
              </a:buClr>
              <a:buSzPts val="1200"/>
              <a:buFont typeface="Calibri"/>
              <a:buNone/>
              <a:defRPr sz="1200">
                <a:solidFill>
                  <a:srgbClr val="888888"/>
                </a:solidFill>
              </a:defRPr>
            </a:lvl1pPr>
            <a:lvl2pPr indent="0" lvl="1" marL="0" algn="r">
              <a:lnSpc>
                <a:spcPct val="100000"/>
              </a:lnSpc>
              <a:spcBef>
                <a:spcPts val="0"/>
              </a:spcBef>
              <a:spcAft>
                <a:spcPts val="0"/>
              </a:spcAft>
              <a:buClr>
                <a:srgbClr val="888888"/>
              </a:buClr>
              <a:buSzPts val="1200"/>
              <a:buFont typeface="Calibri"/>
              <a:buNone/>
              <a:defRPr sz="1200">
                <a:solidFill>
                  <a:srgbClr val="888888"/>
                </a:solidFill>
              </a:defRPr>
            </a:lvl2pPr>
            <a:lvl3pPr indent="0" lvl="2" marL="0" algn="r">
              <a:lnSpc>
                <a:spcPct val="100000"/>
              </a:lnSpc>
              <a:spcBef>
                <a:spcPts val="0"/>
              </a:spcBef>
              <a:spcAft>
                <a:spcPts val="0"/>
              </a:spcAft>
              <a:buClr>
                <a:srgbClr val="888888"/>
              </a:buClr>
              <a:buSzPts val="1200"/>
              <a:buFont typeface="Calibri"/>
              <a:buNone/>
              <a:defRPr sz="1200">
                <a:solidFill>
                  <a:srgbClr val="888888"/>
                </a:solidFill>
              </a:defRPr>
            </a:lvl3pPr>
            <a:lvl4pPr indent="0" lvl="3" marL="0" algn="r">
              <a:lnSpc>
                <a:spcPct val="100000"/>
              </a:lnSpc>
              <a:spcBef>
                <a:spcPts val="0"/>
              </a:spcBef>
              <a:spcAft>
                <a:spcPts val="0"/>
              </a:spcAft>
              <a:buClr>
                <a:srgbClr val="888888"/>
              </a:buClr>
              <a:buSzPts val="1200"/>
              <a:buFont typeface="Calibri"/>
              <a:buNone/>
              <a:defRPr sz="1200">
                <a:solidFill>
                  <a:srgbClr val="888888"/>
                </a:solidFill>
              </a:defRPr>
            </a:lvl4pPr>
            <a:lvl5pPr indent="0" lvl="4" marL="0" algn="r">
              <a:lnSpc>
                <a:spcPct val="100000"/>
              </a:lnSpc>
              <a:spcBef>
                <a:spcPts val="0"/>
              </a:spcBef>
              <a:spcAft>
                <a:spcPts val="0"/>
              </a:spcAft>
              <a:buClr>
                <a:srgbClr val="888888"/>
              </a:buClr>
              <a:buSzPts val="1200"/>
              <a:buFont typeface="Calibri"/>
              <a:buNone/>
              <a:defRPr sz="1200">
                <a:solidFill>
                  <a:srgbClr val="888888"/>
                </a:solidFill>
              </a:defRPr>
            </a:lvl5pPr>
            <a:lvl6pPr indent="0" lvl="5" marL="0" algn="r">
              <a:lnSpc>
                <a:spcPct val="100000"/>
              </a:lnSpc>
              <a:spcBef>
                <a:spcPts val="0"/>
              </a:spcBef>
              <a:spcAft>
                <a:spcPts val="0"/>
              </a:spcAft>
              <a:buClr>
                <a:srgbClr val="888888"/>
              </a:buClr>
              <a:buSzPts val="1200"/>
              <a:buFont typeface="Calibri"/>
              <a:buNone/>
              <a:defRPr sz="1200">
                <a:solidFill>
                  <a:srgbClr val="888888"/>
                </a:solidFill>
              </a:defRPr>
            </a:lvl6pPr>
            <a:lvl7pPr indent="0" lvl="6" marL="0" algn="r">
              <a:lnSpc>
                <a:spcPct val="100000"/>
              </a:lnSpc>
              <a:spcBef>
                <a:spcPts val="0"/>
              </a:spcBef>
              <a:spcAft>
                <a:spcPts val="0"/>
              </a:spcAft>
              <a:buClr>
                <a:srgbClr val="888888"/>
              </a:buClr>
              <a:buSzPts val="1200"/>
              <a:buFont typeface="Calibri"/>
              <a:buNone/>
              <a:defRPr sz="1200">
                <a:solidFill>
                  <a:srgbClr val="888888"/>
                </a:solidFill>
              </a:defRPr>
            </a:lvl7pPr>
            <a:lvl8pPr indent="0" lvl="7" marL="0" algn="r">
              <a:lnSpc>
                <a:spcPct val="100000"/>
              </a:lnSpc>
              <a:spcBef>
                <a:spcPts val="0"/>
              </a:spcBef>
              <a:spcAft>
                <a:spcPts val="0"/>
              </a:spcAft>
              <a:buClr>
                <a:srgbClr val="888888"/>
              </a:buClr>
              <a:buSzPts val="1200"/>
              <a:buFont typeface="Calibri"/>
              <a:buNone/>
              <a:defRPr sz="1200">
                <a:solidFill>
                  <a:srgbClr val="888888"/>
                </a:solidFill>
              </a:defRPr>
            </a:lvl8pPr>
            <a:lvl9pPr indent="0" lvl="8" marL="0" algn="r">
              <a:lnSpc>
                <a:spcPct val="100000"/>
              </a:lnSpc>
              <a:spcBef>
                <a:spcPts val="0"/>
              </a:spcBef>
              <a:spcAft>
                <a:spcPts val="0"/>
              </a:spcAft>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sp>
        <p:nvSpPr>
          <p:cNvPr id="23" name="Google Shape;23;p6"/>
          <p:cNvSpPr txBox="1"/>
          <p:nvPr>
            <p:ph type="title"/>
          </p:nvPr>
        </p:nvSpPr>
        <p:spPr>
          <a:xfrm>
            <a:off x="831850" y="1709738"/>
            <a:ext cx="10515600" cy="2852737"/>
          </a:xfrm>
          <a:prstGeom prst="rect">
            <a:avLst/>
          </a:prstGeom>
          <a:noFill/>
          <a:ln>
            <a:noFill/>
          </a:ln>
        </p:spPr>
        <p:txBody>
          <a:bodyPr anchorCtr="0" anchor="b" bIns="45700" lIns="45700" spcFirstLastPara="1" rIns="45700" wrap="square" tIns="45700">
            <a:normAutofit/>
          </a:bodyPr>
          <a:lstStyle>
            <a:lvl1pPr lvl="0" algn="l">
              <a:lnSpc>
                <a:spcPct val="90000"/>
              </a:lnSpc>
              <a:spcBef>
                <a:spcPts val="0"/>
              </a:spcBef>
              <a:spcAft>
                <a:spcPts val="0"/>
              </a:spcAft>
              <a:buClr>
                <a:srgbClr val="000000"/>
              </a:buClr>
              <a:buSzPts val="6000"/>
              <a:buFont typeface="Calibri"/>
              <a:buNone/>
              <a:defRPr sz="6000"/>
            </a:lvl1pPr>
            <a:lvl2pPr lvl="1" algn="l">
              <a:lnSpc>
                <a:spcPct val="90000"/>
              </a:lnSpc>
              <a:spcBef>
                <a:spcPts val="0"/>
              </a:spcBef>
              <a:spcAft>
                <a:spcPts val="0"/>
              </a:spcAft>
              <a:buClr>
                <a:srgbClr val="000000"/>
              </a:buClr>
              <a:buSzPts val="1800"/>
              <a:buNone/>
              <a:defRPr/>
            </a:lvl2pPr>
            <a:lvl3pPr lvl="2" algn="l">
              <a:lnSpc>
                <a:spcPct val="90000"/>
              </a:lnSpc>
              <a:spcBef>
                <a:spcPts val="0"/>
              </a:spcBef>
              <a:spcAft>
                <a:spcPts val="0"/>
              </a:spcAft>
              <a:buClr>
                <a:srgbClr val="000000"/>
              </a:buClr>
              <a:buSzPts val="1800"/>
              <a:buNone/>
              <a:defRPr/>
            </a:lvl3pPr>
            <a:lvl4pPr lvl="3" algn="l">
              <a:lnSpc>
                <a:spcPct val="90000"/>
              </a:lnSpc>
              <a:spcBef>
                <a:spcPts val="0"/>
              </a:spcBef>
              <a:spcAft>
                <a:spcPts val="0"/>
              </a:spcAft>
              <a:buClr>
                <a:srgbClr val="000000"/>
              </a:buClr>
              <a:buSzPts val="1800"/>
              <a:buNone/>
              <a:defRPr/>
            </a:lvl4pPr>
            <a:lvl5pPr lvl="4" algn="l">
              <a:lnSpc>
                <a:spcPct val="90000"/>
              </a:lnSpc>
              <a:spcBef>
                <a:spcPts val="0"/>
              </a:spcBef>
              <a:spcAft>
                <a:spcPts val="0"/>
              </a:spcAft>
              <a:buClr>
                <a:srgbClr val="000000"/>
              </a:buClr>
              <a:buSzPts val="1800"/>
              <a:buNone/>
              <a:defRPr/>
            </a:lvl5pPr>
            <a:lvl6pPr lvl="5" algn="l">
              <a:lnSpc>
                <a:spcPct val="90000"/>
              </a:lnSpc>
              <a:spcBef>
                <a:spcPts val="0"/>
              </a:spcBef>
              <a:spcAft>
                <a:spcPts val="0"/>
              </a:spcAft>
              <a:buClr>
                <a:srgbClr val="000000"/>
              </a:buClr>
              <a:buSzPts val="1800"/>
              <a:buNone/>
              <a:defRPr/>
            </a:lvl6pPr>
            <a:lvl7pPr lvl="6" algn="l">
              <a:lnSpc>
                <a:spcPct val="90000"/>
              </a:lnSpc>
              <a:spcBef>
                <a:spcPts val="0"/>
              </a:spcBef>
              <a:spcAft>
                <a:spcPts val="0"/>
              </a:spcAft>
              <a:buClr>
                <a:srgbClr val="000000"/>
              </a:buClr>
              <a:buSzPts val="1800"/>
              <a:buNone/>
              <a:defRPr/>
            </a:lvl7pPr>
            <a:lvl8pPr lvl="7" algn="l">
              <a:lnSpc>
                <a:spcPct val="90000"/>
              </a:lnSpc>
              <a:spcBef>
                <a:spcPts val="0"/>
              </a:spcBef>
              <a:spcAft>
                <a:spcPts val="0"/>
              </a:spcAft>
              <a:buClr>
                <a:srgbClr val="000000"/>
              </a:buClr>
              <a:buSzPts val="1800"/>
              <a:buNone/>
              <a:defRPr/>
            </a:lvl8pPr>
            <a:lvl9pPr lvl="8" algn="l">
              <a:lnSpc>
                <a:spcPct val="90000"/>
              </a:lnSpc>
              <a:spcBef>
                <a:spcPts val="0"/>
              </a:spcBef>
              <a:spcAft>
                <a:spcPts val="0"/>
              </a:spcAft>
              <a:buClr>
                <a:srgbClr val="000000"/>
              </a:buClr>
              <a:buSzPts val="1800"/>
              <a:buNone/>
              <a:defRPr/>
            </a:lvl9pPr>
          </a:lstStyle>
          <a:p/>
        </p:txBody>
      </p:sp>
      <p:sp>
        <p:nvSpPr>
          <p:cNvPr id="24" name="Google Shape;24;p6"/>
          <p:cNvSpPr txBox="1"/>
          <p:nvPr>
            <p:ph idx="1" type="body"/>
          </p:nvPr>
        </p:nvSpPr>
        <p:spPr>
          <a:xfrm>
            <a:off x="831850" y="4589462"/>
            <a:ext cx="10515600" cy="1500188"/>
          </a:xfrm>
          <a:prstGeom prst="rect">
            <a:avLst/>
          </a:prstGeom>
          <a:noFill/>
          <a:ln>
            <a:noFill/>
          </a:ln>
        </p:spPr>
        <p:txBody>
          <a:bodyPr anchorCtr="0" anchor="t" bIns="45700" lIns="45700" spcFirstLastPara="1" rIns="45700" wrap="square" tIns="45700">
            <a:normAutofit/>
          </a:bodyPr>
          <a:lstStyle>
            <a:lvl1pPr indent="-228600" lvl="0" marL="457200" algn="l">
              <a:lnSpc>
                <a:spcPct val="90000"/>
              </a:lnSpc>
              <a:spcBef>
                <a:spcPts val="1000"/>
              </a:spcBef>
              <a:spcAft>
                <a:spcPts val="0"/>
              </a:spcAft>
              <a:buClr>
                <a:srgbClr val="888888"/>
              </a:buClr>
              <a:buSzPts val="2400"/>
              <a:buFont typeface="Calibri"/>
              <a:buNone/>
              <a:defRPr sz="2400">
                <a:solidFill>
                  <a:srgbClr val="888888"/>
                </a:solidFill>
              </a:defRPr>
            </a:lvl1pPr>
            <a:lvl2pPr indent="-228600" lvl="1" marL="914400" algn="l">
              <a:lnSpc>
                <a:spcPct val="90000"/>
              </a:lnSpc>
              <a:spcBef>
                <a:spcPts val="1000"/>
              </a:spcBef>
              <a:spcAft>
                <a:spcPts val="0"/>
              </a:spcAft>
              <a:buClr>
                <a:srgbClr val="888888"/>
              </a:buClr>
              <a:buSzPts val="2400"/>
              <a:buFont typeface="Calibri"/>
              <a:buNone/>
              <a:defRPr sz="2400">
                <a:solidFill>
                  <a:srgbClr val="888888"/>
                </a:solidFill>
              </a:defRPr>
            </a:lvl2pPr>
            <a:lvl3pPr indent="-228600" lvl="2" marL="1371600" algn="l">
              <a:lnSpc>
                <a:spcPct val="90000"/>
              </a:lnSpc>
              <a:spcBef>
                <a:spcPts val="1000"/>
              </a:spcBef>
              <a:spcAft>
                <a:spcPts val="0"/>
              </a:spcAft>
              <a:buClr>
                <a:srgbClr val="888888"/>
              </a:buClr>
              <a:buSzPts val="2400"/>
              <a:buFont typeface="Calibri"/>
              <a:buNone/>
              <a:defRPr sz="2400">
                <a:solidFill>
                  <a:srgbClr val="888888"/>
                </a:solidFill>
              </a:defRPr>
            </a:lvl3pPr>
            <a:lvl4pPr indent="-228600" lvl="3" marL="1828800" algn="l">
              <a:lnSpc>
                <a:spcPct val="90000"/>
              </a:lnSpc>
              <a:spcBef>
                <a:spcPts val="1000"/>
              </a:spcBef>
              <a:spcAft>
                <a:spcPts val="0"/>
              </a:spcAft>
              <a:buClr>
                <a:srgbClr val="888888"/>
              </a:buClr>
              <a:buSzPts val="2400"/>
              <a:buFont typeface="Calibri"/>
              <a:buNone/>
              <a:defRPr sz="2400">
                <a:solidFill>
                  <a:srgbClr val="888888"/>
                </a:solidFill>
              </a:defRPr>
            </a:lvl4pPr>
            <a:lvl5pPr indent="-228600" lvl="4" marL="2286000" algn="l">
              <a:lnSpc>
                <a:spcPct val="90000"/>
              </a:lnSpc>
              <a:spcBef>
                <a:spcPts val="1000"/>
              </a:spcBef>
              <a:spcAft>
                <a:spcPts val="0"/>
              </a:spcAft>
              <a:buClr>
                <a:srgbClr val="888888"/>
              </a:buClr>
              <a:buSzPts val="2400"/>
              <a:buFont typeface="Calibri"/>
              <a:buNone/>
              <a:defRPr sz="2400">
                <a:solidFill>
                  <a:srgbClr val="888888"/>
                </a:solidFill>
              </a:defRPr>
            </a:lvl5pPr>
            <a:lvl6pPr indent="-342900" lvl="5" marL="2743200" algn="l">
              <a:lnSpc>
                <a:spcPct val="90000"/>
              </a:lnSpc>
              <a:spcBef>
                <a:spcPts val="1000"/>
              </a:spcBef>
              <a:spcAft>
                <a:spcPts val="0"/>
              </a:spcAft>
              <a:buClr>
                <a:srgbClr val="000000"/>
              </a:buClr>
              <a:buSzPts val="1800"/>
              <a:buChar char="•"/>
              <a:defRPr/>
            </a:lvl6pPr>
            <a:lvl7pPr indent="-342900" lvl="6" marL="3200400" algn="l">
              <a:lnSpc>
                <a:spcPct val="90000"/>
              </a:lnSpc>
              <a:spcBef>
                <a:spcPts val="1000"/>
              </a:spcBef>
              <a:spcAft>
                <a:spcPts val="0"/>
              </a:spcAft>
              <a:buClr>
                <a:srgbClr val="000000"/>
              </a:buClr>
              <a:buSzPts val="1800"/>
              <a:buChar char="•"/>
              <a:defRPr/>
            </a:lvl7pPr>
            <a:lvl8pPr indent="-342900" lvl="7" marL="3657600" algn="l">
              <a:lnSpc>
                <a:spcPct val="90000"/>
              </a:lnSpc>
              <a:spcBef>
                <a:spcPts val="1000"/>
              </a:spcBef>
              <a:spcAft>
                <a:spcPts val="0"/>
              </a:spcAft>
              <a:buClr>
                <a:srgbClr val="000000"/>
              </a:buClr>
              <a:buSzPts val="1800"/>
              <a:buChar char="•"/>
              <a:defRPr/>
            </a:lvl8pPr>
            <a:lvl9pPr indent="-342900" lvl="8" marL="4114800" algn="l">
              <a:lnSpc>
                <a:spcPct val="90000"/>
              </a:lnSpc>
              <a:spcBef>
                <a:spcPts val="1000"/>
              </a:spcBef>
              <a:spcAft>
                <a:spcPts val="0"/>
              </a:spcAft>
              <a:buClr>
                <a:srgbClr val="000000"/>
              </a:buClr>
              <a:buSzPts val="1800"/>
              <a:buChar char="•"/>
              <a:defRPr/>
            </a:lvl9pPr>
          </a:lstStyle>
          <a:p/>
        </p:txBody>
      </p:sp>
      <p:sp>
        <p:nvSpPr>
          <p:cNvPr id="25" name="Google Shape;25;p6"/>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lvl1pPr indent="0" lvl="0" marL="0" algn="r">
              <a:lnSpc>
                <a:spcPct val="100000"/>
              </a:lnSpc>
              <a:spcBef>
                <a:spcPts val="0"/>
              </a:spcBef>
              <a:spcAft>
                <a:spcPts val="0"/>
              </a:spcAft>
              <a:buClr>
                <a:srgbClr val="888888"/>
              </a:buClr>
              <a:buSzPts val="1200"/>
              <a:buFont typeface="Calibri"/>
              <a:buNone/>
              <a:defRPr sz="1200">
                <a:solidFill>
                  <a:srgbClr val="888888"/>
                </a:solidFill>
              </a:defRPr>
            </a:lvl1pPr>
            <a:lvl2pPr indent="0" lvl="1" marL="0" algn="r">
              <a:lnSpc>
                <a:spcPct val="100000"/>
              </a:lnSpc>
              <a:spcBef>
                <a:spcPts val="0"/>
              </a:spcBef>
              <a:spcAft>
                <a:spcPts val="0"/>
              </a:spcAft>
              <a:buClr>
                <a:srgbClr val="888888"/>
              </a:buClr>
              <a:buSzPts val="1200"/>
              <a:buFont typeface="Calibri"/>
              <a:buNone/>
              <a:defRPr sz="1200">
                <a:solidFill>
                  <a:srgbClr val="888888"/>
                </a:solidFill>
              </a:defRPr>
            </a:lvl2pPr>
            <a:lvl3pPr indent="0" lvl="2" marL="0" algn="r">
              <a:lnSpc>
                <a:spcPct val="100000"/>
              </a:lnSpc>
              <a:spcBef>
                <a:spcPts val="0"/>
              </a:spcBef>
              <a:spcAft>
                <a:spcPts val="0"/>
              </a:spcAft>
              <a:buClr>
                <a:srgbClr val="888888"/>
              </a:buClr>
              <a:buSzPts val="1200"/>
              <a:buFont typeface="Calibri"/>
              <a:buNone/>
              <a:defRPr sz="1200">
                <a:solidFill>
                  <a:srgbClr val="888888"/>
                </a:solidFill>
              </a:defRPr>
            </a:lvl3pPr>
            <a:lvl4pPr indent="0" lvl="3" marL="0" algn="r">
              <a:lnSpc>
                <a:spcPct val="100000"/>
              </a:lnSpc>
              <a:spcBef>
                <a:spcPts val="0"/>
              </a:spcBef>
              <a:spcAft>
                <a:spcPts val="0"/>
              </a:spcAft>
              <a:buClr>
                <a:srgbClr val="888888"/>
              </a:buClr>
              <a:buSzPts val="1200"/>
              <a:buFont typeface="Calibri"/>
              <a:buNone/>
              <a:defRPr sz="1200">
                <a:solidFill>
                  <a:srgbClr val="888888"/>
                </a:solidFill>
              </a:defRPr>
            </a:lvl4pPr>
            <a:lvl5pPr indent="0" lvl="4" marL="0" algn="r">
              <a:lnSpc>
                <a:spcPct val="100000"/>
              </a:lnSpc>
              <a:spcBef>
                <a:spcPts val="0"/>
              </a:spcBef>
              <a:spcAft>
                <a:spcPts val="0"/>
              </a:spcAft>
              <a:buClr>
                <a:srgbClr val="888888"/>
              </a:buClr>
              <a:buSzPts val="1200"/>
              <a:buFont typeface="Calibri"/>
              <a:buNone/>
              <a:defRPr sz="1200">
                <a:solidFill>
                  <a:srgbClr val="888888"/>
                </a:solidFill>
              </a:defRPr>
            </a:lvl5pPr>
            <a:lvl6pPr indent="0" lvl="5" marL="0" algn="r">
              <a:lnSpc>
                <a:spcPct val="100000"/>
              </a:lnSpc>
              <a:spcBef>
                <a:spcPts val="0"/>
              </a:spcBef>
              <a:spcAft>
                <a:spcPts val="0"/>
              </a:spcAft>
              <a:buClr>
                <a:srgbClr val="888888"/>
              </a:buClr>
              <a:buSzPts val="1200"/>
              <a:buFont typeface="Calibri"/>
              <a:buNone/>
              <a:defRPr sz="1200">
                <a:solidFill>
                  <a:srgbClr val="888888"/>
                </a:solidFill>
              </a:defRPr>
            </a:lvl6pPr>
            <a:lvl7pPr indent="0" lvl="6" marL="0" algn="r">
              <a:lnSpc>
                <a:spcPct val="100000"/>
              </a:lnSpc>
              <a:spcBef>
                <a:spcPts val="0"/>
              </a:spcBef>
              <a:spcAft>
                <a:spcPts val="0"/>
              </a:spcAft>
              <a:buClr>
                <a:srgbClr val="888888"/>
              </a:buClr>
              <a:buSzPts val="1200"/>
              <a:buFont typeface="Calibri"/>
              <a:buNone/>
              <a:defRPr sz="1200">
                <a:solidFill>
                  <a:srgbClr val="888888"/>
                </a:solidFill>
              </a:defRPr>
            </a:lvl7pPr>
            <a:lvl8pPr indent="0" lvl="7" marL="0" algn="r">
              <a:lnSpc>
                <a:spcPct val="100000"/>
              </a:lnSpc>
              <a:spcBef>
                <a:spcPts val="0"/>
              </a:spcBef>
              <a:spcAft>
                <a:spcPts val="0"/>
              </a:spcAft>
              <a:buClr>
                <a:srgbClr val="888888"/>
              </a:buClr>
              <a:buSzPts val="1200"/>
              <a:buFont typeface="Calibri"/>
              <a:buNone/>
              <a:defRPr sz="1200">
                <a:solidFill>
                  <a:srgbClr val="888888"/>
                </a:solidFill>
              </a:defRPr>
            </a:lvl8pPr>
            <a:lvl9pPr indent="0" lvl="8" marL="0" algn="r">
              <a:lnSpc>
                <a:spcPct val="100000"/>
              </a:lnSpc>
              <a:spcBef>
                <a:spcPts val="0"/>
              </a:spcBef>
              <a:spcAft>
                <a:spcPts val="0"/>
              </a:spcAft>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p:cSld name="Two Content">
    <p:spTree>
      <p:nvGrpSpPr>
        <p:cNvPr id="26" name="Shape 26"/>
        <p:cNvGrpSpPr/>
        <p:nvPr/>
      </p:nvGrpSpPr>
      <p:grpSpPr>
        <a:xfrm>
          <a:off x="0" y="0"/>
          <a:ext cx="0" cy="0"/>
          <a:chOff x="0" y="0"/>
          <a:chExt cx="0" cy="0"/>
        </a:xfrm>
      </p:grpSpPr>
      <p:sp>
        <p:nvSpPr>
          <p:cNvPr id="27" name="Google Shape;27;p7"/>
          <p:cNvSpPr txBox="1"/>
          <p:nvPr>
            <p:ph type="title"/>
          </p:nvPr>
        </p:nvSpPr>
        <p:spPr>
          <a:xfrm>
            <a:off x="838200" y="365125"/>
            <a:ext cx="10515600" cy="903635"/>
          </a:xfrm>
          <a:prstGeom prst="rect">
            <a:avLst/>
          </a:prstGeom>
          <a:noFill/>
          <a:ln>
            <a:noFill/>
          </a:ln>
        </p:spPr>
        <p:txBody>
          <a:bodyPr anchorCtr="0" anchor="ctr" bIns="45700" lIns="45700" spcFirstLastPara="1" rIns="45700" wrap="square" tIns="45700">
            <a:normAutofit/>
          </a:bodyPr>
          <a:lstStyle>
            <a:lvl1pPr lvl="0" algn="l">
              <a:lnSpc>
                <a:spcPct val="90000"/>
              </a:lnSpc>
              <a:spcBef>
                <a:spcPts val="0"/>
              </a:spcBef>
              <a:spcAft>
                <a:spcPts val="0"/>
              </a:spcAft>
              <a:buClr>
                <a:srgbClr val="000000"/>
              </a:buClr>
              <a:buSzPts val="1800"/>
              <a:buNone/>
              <a:defRPr/>
            </a:lvl1pPr>
            <a:lvl2pPr lvl="1" algn="l">
              <a:lnSpc>
                <a:spcPct val="90000"/>
              </a:lnSpc>
              <a:spcBef>
                <a:spcPts val="0"/>
              </a:spcBef>
              <a:spcAft>
                <a:spcPts val="0"/>
              </a:spcAft>
              <a:buClr>
                <a:srgbClr val="000000"/>
              </a:buClr>
              <a:buSzPts val="1800"/>
              <a:buNone/>
              <a:defRPr/>
            </a:lvl2pPr>
            <a:lvl3pPr lvl="2" algn="l">
              <a:lnSpc>
                <a:spcPct val="90000"/>
              </a:lnSpc>
              <a:spcBef>
                <a:spcPts val="0"/>
              </a:spcBef>
              <a:spcAft>
                <a:spcPts val="0"/>
              </a:spcAft>
              <a:buClr>
                <a:srgbClr val="000000"/>
              </a:buClr>
              <a:buSzPts val="1800"/>
              <a:buNone/>
              <a:defRPr/>
            </a:lvl3pPr>
            <a:lvl4pPr lvl="3" algn="l">
              <a:lnSpc>
                <a:spcPct val="90000"/>
              </a:lnSpc>
              <a:spcBef>
                <a:spcPts val="0"/>
              </a:spcBef>
              <a:spcAft>
                <a:spcPts val="0"/>
              </a:spcAft>
              <a:buClr>
                <a:srgbClr val="000000"/>
              </a:buClr>
              <a:buSzPts val="1800"/>
              <a:buNone/>
              <a:defRPr/>
            </a:lvl4pPr>
            <a:lvl5pPr lvl="4" algn="l">
              <a:lnSpc>
                <a:spcPct val="90000"/>
              </a:lnSpc>
              <a:spcBef>
                <a:spcPts val="0"/>
              </a:spcBef>
              <a:spcAft>
                <a:spcPts val="0"/>
              </a:spcAft>
              <a:buClr>
                <a:srgbClr val="000000"/>
              </a:buClr>
              <a:buSzPts val="1800"/>
              <a:buNone/>
              <a:defRPr/>
            </a:lvl5pPr>
            <a:lvl6pPr lvl="5" algn="l">
              <a:lnSpc>
                <a:spcPct val="90000"/>
              </a:lnSpc>
              <a:spcBef>
                <a:spcPts val="0"/>
              </a:spcBef>
              <a:spcAft>
                <a:spcPts val="0"/>
              </a:spcAft>
              <a:buClr>
                <a:srgbClr val="000000"/>
              </a:buClr>
              <a:buSzPts val="1800"/>
              <a:buNone/>
              <a:defRPr/>
            </a:lvl6pPr>
            <a:lvl7pPr lvl="6" algn="l">
              <a:lnSpc>
                <a:spcPct val="90000"/>
              </a:lnSpc>
              <a:spcBef>
                <a:spcPts val="0"/>
              </a:spcBef>
              <a:spcAft>
                <a:spcPts val="0"/>
              </a:spcAft>
              <a:buClr>
                <a:srgbClr val="000000"/>
              </a:buClr>
              <a:buSzPts val="1800"/>
              <a:buNone/>
              <a:defRPr/>
            </a:lvl7pPr>
            <a:lvl8pPr lvl="7" algn="l">
              <a:lnSpc>
                <a:spcPct val="90000"/>
              </a:lnSpc>
              <a:spcBef>
                <a:spcPts val="0"/>
              </a:spcBef>
              <a:spcAft>
                <a:spcPts val="0"/>
              </a:spcAft>
              <a:buClr>
                <a:srgbClr val="000000"/>
              </a:buClr>
              <a:buSzPts val="1800"/>
              <a:buNone/>
              <a:defRPr/>
            </a:lvl8pPr>
            <a:lvl9pPr lvl="8" algn="l">
              <a:lnSpc>
                <a:spcPct val="90000"/>
              </a:lnSpc>
              <a:spcBef>
                <a:spcPts val="0"/>
              </a:spcBef>
              <a:spcAft>
                <a:spcPts val="0"/>
              </a:spcAft>
              <a:buClr>
                <a:srgbClr val="000000"/>
              </a:buClr>
              <a:buSzPts val="1800"/>
              <a:buNone/>
              <a:defRPr/>
            </a:lvl9pPr>
          </a:lstStyle>
          <a:p/>
        </p:txBody>
      </p:sp>
      <p:sp>
        <p:nvSpPr>
          <p:cNvPr id="28" name="Google Shape;28;p7"/>
          <p:cNvSpPr txBox="1"/>
          <p:nvPr>
            <p:ph idx="1" type="body"/>
          </p:nvPr>
        </p:nvSpPr>
        <p:spPr>
          <a:xfrm>
            <a:off x="838200" y="1825625"/>
            <a:ext cx="5181600" cy="4351338"/>
          </a:xfrm>
          <a:prstGeom prst="rect">
            <a:avLst/>
          </a:prstGeom>
          <a:noFill/>
          <a:ln>
            <a:noFill/>
          </a:ln>
        </p:spPr>
        <p:txBody>
          <a:bodyPr anchorCtr="0" anchor="t" bIns="45700" lIns="45700" spcFirstLastPara="1" rIns="45700" wrap="square" tIns="45700">
            <a:normAutofit/>
          </a:bodyPr>
          <a:lstStyle>
            <a:lvl1pPr indent="-342900" lvl="0" marL="457200" algn="l">
              <a:lnSpc>
                <a:spcPct val="90000"/>
              </a:lnSpc>
              <a:spcBef>
                <a:spcPts val="1000"/>
              </a:spcBef>
              <a:spcAft>
                <a:spcPts val="0"/>
              </a:spcAft>
              <a:buClr>
                <a:srgbClr val="000000"/>
              </a:buClr>
              <a:buSzPts val="1800"/>
              <a:buChar char="•"/>
              <a:defRPr/>
            </a:lvl1pPr>
            <a:lvl2pPr indent="-342900" lvl="1" marL="914400" algn="l">
              <a:lnSpc>
                <a:spcPct val="90000"/>
              </a:lnSpc>
              <a:spcBef>
                <a:spcPts val="1000"/>
              </a:spcBef>
              <a:spcAft>
                <a:spcPts val="0"/>
              </a:spcAft>
              <a:buClr>
                <a:srgbClr val="000000"/>
              </a:buClr>
              <a:buSzPts val="1800"/>
              <a:buChar char="•"/>
              <a:defRPr/>
            </a:lvl2pPr>
            <a:lvl3pPr indent="-342900" lvl="2" marL="1371600" algn="l">
              <a:lnSpc>
                <a:spcPct val="90000"/>
              </a:lnSpc>
              <a:spcBef>
                <a:spcPts val="1000"/>
              </a:spcBef>
              <a:spcAft>
                <a:spcPts val="0"/>
              </a:spcAft>
              <a:buClr>
                <a:srgbClr val="000000"/>
              </a:buClr>
              <a:buSzPts val="1800"/>
              <a:buChar char="•"/>
              <a:defRPr/>
            </a:lvl3pPr>
            <a:lvl4pPr indent="-342900" lvl="3" marL="1828800" algn="l">
              <a:lnSpc>
                <a:spcPct val="90000"/>
              </a:lnSpc>
              <a:spcBef>
                <a:spcPts val="1000"/>
              </a:spcBef>
              <a:spcAft>
                <a:spcPts val="0"/>
              </a:spcAft>
              <a:buClr>
                <a:srgbClr val="000000"/>
              </a:buClr>
              <a:buSzPts val="1800"/>
              <a:buChar char="•"/>
              <a:defRPr/>
            </a:lvl4pPr>
            <a:lvl5pPr indent="-342900" lvl="4" marL="2286000" algn="l">
              <a:lnSpc>
                <a:spcPct val="90000"/>
              </a:lnSpc>
              <a:spcBef>
                <a:spcPts val="1000"/>
              </a:spcBef>
              <a:spcAft>
                <a:spcPts val="0"/>
              </a:spcAft>
              <a:buClr>
                <a:srgbClr val="000000"/>
              </a:buClr>
              <a:buSzPts val="1800"/>
              <a:buChar char="•"/>
              <a:defRPr/>
            </a:lvl5pPr>
            <a:lvl6pPr indent="-342900" lvl="5" marL="2743200" algn="l">
              <a:lnSpc>
                <a:spcPct val="90000"/>
              </a:lnSpc>
              <a:spcBef>
                <a:spcPts val="1000"/>
              </a:spcBef>
              <a:spcAft>
                <a:spcPts val="0"/>
              </a:spcAft>
              <a:buClr>
                <a:srgbClr val="000000"/>
              </a:buClr>
              <a:buSzPts val="1800"/>
              <a:buChar char="•"/>
              <a:defRPr/>
            </a:lvl6pPr>
            <a:lvl7pPr indent="-342900" lvl="6" marL="3200400" algn="l">
              <a:lnSpc>
                <a:spcPct val="90000"/>
              </a:lnSpc>
              <a:spcBef>
                <a:spcPts val="1000"/>
              </a:spcBef>
              <a:spcAft>
                <a:spcPts val="0"/>
              </a:spcAft>
              <a:buClr>
                <a:srgbClr val="000000"/>
              </a:buClr>
              <a:buSzPts val="1800"/>
              <a:buChar char="•"/>
              <a:defRPr/>
            </a:lvl7pPr>
            <a:lvl8pPr indent="-342900" lvl="7" marL="3657600" algn="l">
              <a:lnSpc>
                <a:spcPct val="90000"/>
              </a:lnSpc>
              <a:spcBef>
                <a:spcPts val="1000"/>
              </a:spcBef>
              <a:spcAft>
                <a:spcPts val="0"/>
              </a:spcAft>
              <a:buClr>
                <a:srgbClr val="000000"/>
              </a:buClr>
              <a:buSzPts val="1800"/>
              <a:buChar char="•"/>
              <a:defRPr/>
            </a:lvl8pPr>
            <a:lvl9pPr indent="-342900" lvl="8" marL="4114800" algn="l">
              <a:lnSpc>
                <a:spcPct val="90000"/>
              </a:lnSpc>
              <a:spcBef>
                <a:spcPts val="1000"/>
              </a:spcBef>
              <a:spcAft>
                <a:spcPts val="0"/>
              </a:spcAft>
              <a:buClr>
                <a:srgbClr val="000000"/>
              </a:buClr>
              <a:buSzPts val="1800"/>
              <a:buChar char="•"/>
              <a:defRPr/>
            </a:lvl9pPr>
          </a:lstStyle>
          <a:p/>
        </p:txBody>
      </p:sp>
      <p:sp>
        <p:nvSpPr>
          <p:cNvPr id="29" name="Google Shape;29;p7"/>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lvl1pPr indent="0" lvl="0" marL="0" algn="r">
              <a:lnSpc>
                <a:spcPct val="100000"/>
              </a:lnSpc>
              <a:spcBef>
                <a:spcPts val="0"/>
              </a:spcBef>
              <a:spcAft>
                <a:spcPts val="0"/>
              </a:spcAft>
              <a:buClr>
                <a:srgbClr val="888888"/>
              </a:buClr>
              <a:buSzPts val="1200"/>
              <a:buFont typeface="Calibri"/>
              <a:buNone/>
              <a:defRPr sz="1200">
                <a:solidFill>
                  <a:srgbClr val="888888"/>
                </a:solidFill>
              </a:defRPr>
            </a:lvl1pPr>
            <a:lvl2pPr indent="0" lvl="1" marL="0" algn="r">
              <a:lnSpc>
                <a:spcPct val="100000"/>
              </a:lnSpc>
              <a:spcBef>
                <a:spcPts val="0"/>
              </a:spcBef>
              <a:spcAft>
                <a:spcPts val="0"/>
              </a:spcAft>
              <a:buClr>
                <a:srgbClr val="888888"/>
              </a:buClr>
              <a:buSzPts val="1200"/>
              <a:buFont typeface="Calibri"/>
              <a:buNone/>
              <a:defRPr sz="1200">
                <a:solidFill>
                  <a:srgbClr val="888888"/>
                </a:solidFill>
              </a:defRPr>
            </a:lvl2pPr>
            <a:lvl3pPr indent="0" lvl="2" marL="0" algn="r">
              <a:lnSpc>
                <a:spcPct val="100000"/>
              </a:lnSpc>
              <a:spcBef>
                <a:spcPts val="0"/>
              </a:spcBef>
              <a:spcAft>
                <a:spcPts val="0"/>
              </a:spcAft>
              <a:buClr>
                <a:srgbClr val="888888"/>
              </a:buClr>
              <a:buSzPts val="1200"/>
              <a:buFont typeface="Calibri"/>
              <a:buNone/>
              <a:defRPr sz="1200">
                <a:solidFill>
                  <a:srgbClr val="888888"/>
                </a:solidFill>
              </a:defRPr>
            </a:lvl3pPr>
            <a:lvl4pPr indent="0" lvl="3" marL="0" algn="r">
              <a:lnSpc>
                <a:spcPct val="100000"/>
              </a:lnSpc>
              <a:spcBef>
                <a:spcPts val="0"/>
              </a:spcBef>
              <a:spcAft>
                <a:spcPts val="0"/>
              </a:spcAft>
              <a:buClr>
                <a:srgbClr val="888888"/>
              </a:buClr>
              <a:buSzPts val="1200"/>
              <a:buFont typeface="Calibri"/>
              <a:buNone/>
              <a:defRPr sz="1200">
                <a:solidFill>
                  <a:srgbClr val="888888"/>
                </a:solidFill>
              </a:defRPr>
            </a:lvl4pPr>
            <a:lvl5pPr indent="0" lvl="4" marL="0" algn="r">
              <a:lnSpc>
                <a:spcPct val="100000"/>
              </a:lnSpc>
              <a:spcBef>
                <a:spcPts val="0"/>
              </a:spcBef>
              <a:spcAft>
                <a:spcPts val="0"/>
              </a:spcAft>
              <a:buClr>
                <a:srgbClr val="888888"/>
              </a:buClr>
              <a:buSzPts val="1200"/>
              <a:buFont typeface="Calibri"/>
              <a:buNone/>
              <a:defRPr sz="1200">
                <a:solidFill>
                  <a:srgbClr val="888888"/>
                </a:solidFill>
              </a:defRPr>
            </a:lvl5pPr>
            <a:lvl6pPr indent="0" lvl="5" marL="0" algn="r">
              <a:lnSpc>
                <a:spcPct val="100000"/>
              </a:lnSpc>
              <a:spcBef>
                <a:spcPts val="0"/>
              </a:spcBef>
              <a:spcAft>
                <a:spcPts val="0"/>
              </a:spcAft>
              <a:buClr>
                <a:srgbClr val="888888"/>
              </a:buClr>
              <a:buSzPts val="1200"/>
              <a:buFont typeface="Calibri"/>
              <a:buNone/>
              <a:defRPr sz="1200">
                <a:solidFill>
                  <a:srgbClr val="888888"/>
                </a:solidFill>
              </a:defRPr>
            </a:lvl6pPr>
            <a:lvl7pPr indent="0" lvl="6" marL="0" algn="r">
              <a:lnSpc>
                <a:spcPct val="100000"/>
              </a:lnSpc>
              <a:spcBef>
                <a:spcPts val="0"/>
              </a:spcBef>
              <a:spcAft>
                <a:spcPts val="0"/>
              </a:spcAft>
              <a:buClr>
                <a:srgbClr val="888888"/>
              </a:buClr>
              <a:buSzPts val="1200"/>
              <a:buFont typeface="Calibri"/>
              <a:buNone/>
              <a:defRPr sz="1200">
                <a:solidFill>
                  <a:srgbClr val="888888"/>
                </a:solidFill>
              </a:defRPr>
            </a:lvl7pPr>
            <a:lvl8pPr indent="0" lvl="7" marL="0" algn="r">
              <a:lnSpc>
                <a:spcPct val="100000"/>
              </a:lnSpc>
              <a:spcBef>
                <a:spcPts val="0"/>
              </a:spcBef>
              <a:spcAft>
                <a:spcPts val="0"/>
              </a:spcAft>
              <a:buClr>
                <a:srgbClr val="888888"/>
              </a:buClr>
              <a:buSzPts val="1200"/>
              <a:buFont typeface="Calibri"/>
              <a:buNone/>
              <a:defRPr sz="1200">
                <a:solidFill>
                  <a:srgbClr val="888888"/>
                </a:solidFill>
              </a:defRPr>
            </a:lvl8pPr>
            <a:lvl9pPr indent="0" lvl="8" marL="0" algn="r">
              <a:lnSpc>
                <a:spcPct val="100000"/>
              </a:lnSpc>
              <a:spcBef>
                <a:spcPts val="0"/>
              </a:spcBef>
              <a:spcAft>
                <a:spcPts val="0"/>
              </a:spcAft>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p:cSld name="Comparison">
    <p:spTree>
      <p:nvGrpSpPr>
        <p:cNvPr id="30" name="Shape 30"/>
        <p:cNvGrpSpPr/>
        <p:nvPr/>
      </p:nvGrpSpPr>
      <p:grpSpPr>
        <a:xfrm>
          <a:off x="0" y="0"/>
          <a:ext cx="0" cy="0"/>
          <a:chOff x="0" y="0"/>
          <a:chExt cx="0" cy="0"/>
        </a:xfrm>
      </p:grpSpPr>
      <p:sp>
        <p:nvSpPr>
          <p:cNvPr id="31" name="Google Shape;31;p8"/>
          <p:cNvSpPr txBox="1"/>
          <p:nvPr>
            <p:ph type="title"/>
          </p:nvPr>
        </p:nvSpPr>
        <p:spPr>
          <a:xfrm>
            <a:off x="839787" y="365125"/>
            <a:ext cx="10515601" cy="1325563"/>
          </a:xfrm>
          <a:prstGeom prst="rect">
            <a:avLst/>
          </a:prstGeom>
          <a:noFill/>
          <a:ln>
            <a:noFill/>
          </a:ln>
        </p:spPr>
        <p:txBody>
          <a:bodyPr anchorCtr="0" anchor="ctr" bIns="45700" lIns="45700" spcFirstLastPara="1" rIns="45700" wrap="square" tIns="45700">
            <a:normAutofit/>
          </a:bodyPr>
          <a:lstStyle>
            <a:lvl1pPr lvl="0" algn="l">
              <a:lnSpc>
                <a:spcPct val="90000"/>
              </a:lnSpc>
              <a:spcBef>
                <a:spcPts val="0"/>
              </a:spcBef>
              <a:spcAft>
                <a:spcPts val="0"/>
              </a:spcAft>
              <a:buClr>
                <a:srgbClr val="000000"/>
              </a:buClr>
              <a:buSzPts val="1800"/>
              <a:buNone/>
              <a:defRPr/>
            </a:lvl1pPr>
            <a:lvl2pPr lvl="1" algn="l">
              <a:lnSpc>
                <a:spcPct val="90000"/>
              </a:lnSpc>
              <a:spcBef>
                <a:spcPts val="0"/>
              </a:spcBef>
              <a:spcAft>
                <a:spcPts val="0"/>
              </a:spcAft>
              <a:buClr>
                <a:srgbClr val="000000"/>
              </a:buClr>
              <a:buSzPts val="1800"/>
              <a:buNone/>
              <a:defRPr/>
            </a:lvl2pPr>
            <a:lvl3pPr lvl="2" algn="l">
              <a:lnSpc>
                <a:spcPct val="90000"/>
              </a:lnSpc>
              <a:spcBef>
                <a:spcPts val="0"/>
              </a:spcBef>
              <a:spcAft>
                <a:spcPts val="0"/>
              </a:spcAft>
              <a:buClr>
                <a:srgbClr val="000000"/>
              </a:buClr>
              <a:buSzPts val="1800"/>
              <a:buNone/>
              <a:defRPr/>
            </a:lvl3pPr>
            <a:lvl4pPr lvl="3" algn="l">
              <a:lnSpc>
                <a:spcPct val="90000"/>
              </a:lnSpc>
              <a:spcBef>
                <a:spcPts val="0"/>
              </a:spcBef>
              <a:spcAft>
                <a:spcPts val="0"/>
              </a:spcAft>
              <a:buClr>
                <a:srgbClr val="000000"/>
              </a:buClr>
              <a:buSzPts val="1800"/>
              <a:buNone/>
              <a:defRPr/>
            </a:lvl4pPr>
            <a:lvl5pPr lvl="4" algn="l">
              <a:lnSpc>
                <a:spcPct val="90000"/>
              </a:lnSpc>
              <a:spcBef>
                <a:spcPts val="0"/>
              </a:spcBef>
              <a:spcAft>
                <a:spcPts val="0"/>
              </a:spcAft>
              <a:buClr>
                <a:srgbClr val="000000"/>
              </a:buClr>
              <a:buSzPts val="1800"/>
              <a:buNone/>
              <a:defRPr/>
            </a:lvl5pPr>
            <a:lvl6pPr lvl="5" algn="l">
              <a:lnSpc>
                <a:spcPct val="90000"/>
              </a:lnSpc>
              <a:spcBef>
                <a:spcPts val="0"/>
              </a:spcBef>
              <a:spcAft>
                <a:spcPts val="0"/>
              </a:spcAft>
              <a:buClr>
                <a:srgbClr val="000000"/>
              </a:buClr>
              <a:buSzPts val="1800"/>
              <a:buNone/>
              <a:defRPr/>
            </a:lvl6pPr>
            <a:lvl7pPr lvl="6" algn="l">
              <a:lnSpc>
                <a:spcPct val="90000"/>
              </a:lnSpc>
              <a:spcBef>
                <a:spcPts val="0"/>
              </a:spcBef>
              <a:spcAft>
                <a:spcPts val="0"/>
              </a:spcAft>
              <a:buClr>
                <a:srgbClr val="000000"/>
              </a:buClr>
              <a:buSzPts val="1800"/>
              <a:buNone/>
              <a:defRPr/>
            </a:lvl7pPr>
            <a:lvl8pPr lvl="7" algn="l">
              <a:lnSpc>
                <a:spcPct val="90000"/>
              </a:lnSpc>
              <a:spcBef>
                <a:spcPts val="0"/>
              </a:spcBef>
              <a:spcAft>
                <a:spcPts val="0"/>
              </a:spcAft>
              <a:buClr>
                <a:srgbClr val="000000"/>
              </a:buClr>
              <a:buSzPts val="1800"/>
              <a:buNone/>
              <a:defRPr/>
            </a:lvl8pPr>
            <a:lvl9pPr lvl="8" algn="l">
              <a:lnSpc>
                <a:spcPct val="90000"/>
              </a:lnSpc>
              <a:spcBef>
                <a:spcPts val="0"/>
              </a:spcBef>
              <a:spcAft>
                <a:spcPts val="0"/>
              </a:spcAft>
              <a:buClr>
                <a:srgbClr val="000000"/>
              </a:buClr>
              <a:buSzPts val="1800"/>
              <a:buNone/>
              <a:defRPr/>
            </a:lvl9pPr>
          </a:lstStyle>
          <a:p/>
        </p:txBody>
      </p:sp>
      <p:sp>
        <p:nvSpPr>
          <p:cNvPr id="32" name="Google Shape;32;p8"/>
          <p:cNvSpPr txBox="1"/>
          <p:nvPr>
            <p:ph idx="1" type="body"/>
          </p:nvPr>
        </p:nvSpPr>
        <p:spPr>
          <a:xfrm>
            <a:off x="839787" y="1681163"/>
            <a:ext cx="5157789" cy="823913"/>
          </a:xfrm>
          <a:prstGeom prst="rect">
            <a:avLst/>
          </a:prstGeom>
          <a:noFill/>
          <a:ln>
            <a:noFill/>
          </a:ln>
        </p:spPr>
        <p:txBody>
          <a:bodyPr anchorCtr="0" anchor="b" bIns="45700" lIns="45700" spcFirstLastPara="1" rIns="45700" wrap="square" tIns="45700">
            <a:normAutofit/>
          </a:bodyPr>
          <a:lstStyle>
            <a:lvl1pPr indent="-228600" lvl="0" marL="457200" algn="l">
              <a:lnSpc>
                <a:spcPct val="90000"/>
              </a:lnSpc>
              <a:spcBef>
                <a:spcPts val="1000"/>
              </a:spcBef>
              <a:spcAft>
                <a:spcPts val="0"/>
              </a:spcAft>
              <a:buClr>
                <a:srgbClr val="000000"/>
              </a:buClr>
              <a:buSzPts val="2400"/>
              <a:buFont typeface="Calibri"/>
              <a:buNone/>
              <a:defRPr b="1" sz="2400"/>
            </a:lvl1pPr>
            <a:lvl2pPr indent="-228600" lvl="1" marL="914400" algn="l">
              <a:lnSpc>
                <a:spcPct val="90000"/>
              </a:lnSpc>
              <a:spcBef>
                <a:spcPts val="1000"/>
              </a:spcBef>
              <a:spcAft>
                <a:spcPts val="0"/>
              </a:spcAft>
              <a:buClr>
                <a:srgbClr val="000000"/>
              </a:buClr>
              <a:buSzPts val="2400"/>
              <a:buFont typeface="Calibri"/>
              <a:buNone/>
              <a:defRPr b="1" sz="2400"/>
            </a:lvl2pPr>
            <a:lvl3pPr indent="-228600" lvl="2" marL="1371600" algn="l">
              <a:lnSpc>
                <a:spcPct val="90000"/>
              </a:lnSpc>
              <a:spcBef>
                <a:spcPts val="1000"/>
              </a:spcBef>
              <a:spcAft>
                <a:spcPts val="0"/>
              </a:spcAft>
              <a:buClr>
                <a:srgbClr val="000000"/>
              </a:buClr>
              <a:buSzPts val="2400"/>
              <a:buFont typeface="Calibri"/>
              <a:buNone/>
              <a:defRPr b="1" sz="2400"/>
            </a:lvl3pPr>
            <a:lvl4pPr indent="-228600" lvl="3" marL="1828800" algn="l">
              <a:lnSpc>
                <a:spcPct val="90000"/>
              </a:lnSpc>
              <a:spcBef>
                <a:spcPts val="1000"/>
              </a:spcBef>
              <a:spcAft>
                <a:spcPts val="0"/>
              </a:spcAft>
              <a:buClr>
                <a:srgbClr val="000000"/>
              </a:buClr>
              <a:buSzPts val="2400"/>
              <a:buFont typeface="Calibri"/>
              <a:buNone/>
              <a:defRPr b="1" sz="2400"/>
            </a:lvl4pPr>
            <a:lvl5pPr indent="-228600" lvl="4" marL="2286000" algn="l">
              <a:lnSpc>
                <a:spcPct val="90000"/>
              </a:lnSpc>
              <a:spcBef>
                <a:spcPts val="1000"/>
              </a:spcBef>
              <a:spcAft>
                <a:spcPts val="0"/>
              </a:spcAft>
              <a:buClr>
                <a:srgbClr val="000000"/>
              </a:buClr>
              <a:buSzPts val="2400"/>
              <a:buFont typeface="Calibri"/>
              <a:buNone/>
              <a:defRPr b="1" sz="2400"/>
            </a:lvl5pPr>
            <a:lvl6pPr indent="-342900" lvl="5" marL="2743200" algn="l">
              <a:lnSpc>
                <a:spcPct val="90000"/>
              </a:lnSpc>
              <a:spcBef>
                <a:spcPts val="1000"/>
              </a:spcBef>
              <a:spcAft>
                <a:spcPts val="0"/>
              </a:spcAft>
              <a:buClr>
                <a:srgbClr val="000000"/>
              </a:buClr>
              <a:buSzPts val="1800"/>
              <a:buChar char="•"/>
              <a:defRPr/>
            </a:lvl6pPr>
            <a:lvl7pPr indent="-342900" lvl="6" marL="3200400" algn="l">
              <a:lnSpc>
                <a:spcPct val="90000"/>
              </a:lnSpc>
              <a:spcBef>
                <a:spcPts val="1000"/>
              </a:spcBef>
              <a:spcAft>
                <a:spcPts val="0"/>
              </a:spcAft>
              <a:buClr>
                <a:srgbClr val="000000"/>
              </a:buClr>
              <a:buSzPts val="1800"/>
              <a:buChar char="•"/>
              <a:defRPr/>
            </a:lvl7pPr>
            <a:lvl8pPr indent="-342900" lvl="7" marL="3657600" algn="l">
              <a:lnSpc>
                <a:spcPct val="90000"/>
              </a:lnSpc>
              <a:spcBef>
                <a:spcPts val="1000"/>
              </a:spcBef>
              <a:spcAft>
                <a:spcPts val="0"/>
              </a:spcAft>
              <a:buClr>
                <a:srgbClr val="000000"/>
              </a:buClr>
              <a:buSzPts val="1800"/>
              <a:buChar char="•"/>
              <a:defRPr/>
            </a:lvl8pPr>
            <a:lvl9pPr indent="-342900" lvl="8" marL="4114800" algn="l">
              <a:lnSpc>
                <a:spcPct val="90000"/>
              </a:lnSpc>
              <a:spcBef>
                <a:spcPts val="1000"/>
              </a:spcBef>
              <a:spcAft>
                <a:spcPts val="0"/>
              </a:spcAft>
              <a:buClr>
                <a:srgbClr val="000000"/>
              </a:buClr>
              <a:buSzPts val="1800"/>
              <a:buChar char="•"/>
              <a:defRPr/>
            </a:lvl9pPr>
          </a:lstStyle>
          <a:p/>
        </p:txBody>
      </p:sp>
      <p:sp>
        <p:nvSpPr>
          <p:cNvPr id="33" name="Google Shape;33;p8"/>
          <p:cNvSpPr txBox="1"/>
          <p:nvPr>
            <p:ph idx="2" type="body"/>
          </p:nvPr>
        </p:nvSpPr>
        <p:spPr>
          <a:xfrm>
            <a:off x="6172200" y="1681163"/>
            <a:ext cx="5183188" cy="823913"/>
          </a:xfrm>
          <a:prstGeom prst="rect">
            <a:avLst/>
          </a:prstGeom>
          <a:noFill/>
          <a:ln>
            <a:noFill/>
          </a:ln>
        </p:spPr>
        <p:txBody>
          <a:bodyPr anchorCtr="0" anchor="b" bIns="45700" lIns="45700" spcFirstLastPara="1" rIns="45700" wrap="square" tIns="45700">
            <a:normAutofit/>
          </a:bodyPr>
          <a:lstStyle>
            <a:lvl1pPr indent="-342900" lvl="0" marL="457200" algn="l">
              <a:lnSpc>
                <a:spcPct val="90000"/>
              </a:lnSpc>
              <a:spcBef>
                <a:spcPts val="1000"/>
              </a:spcBef>
              <a:spcAft>
                <a:spcPts val="0"/>
              </a:spcAft>
              <a:buClr>
                <a:srgbClr val="000000"/>
              </a:buClr>
              <a:buSzPts val="1800"/>
              <a:buChar char="•"/>
              <a:defRPr/>
            </a:lvl1pPr>
            <a:lvl2pPr indent="-342900" lvl="1" marL="914400" algn="l">
              <a:lnSpc>
                <a:spcPct val="90000"/>
              </a:lnSpc>
              <a:spcBef>
                <a:spcPts val="1000"/>
              </a:spcBef>
              <a:spcAft>
                <a:spcPts val="0"/>
              </a:spcAft>
              <a:buClr>
                <a:srgbClr val="000000"/>
              </a:buClr>
              <a:buSzPts val="1800"/>
              <a:buChar char="•"/>
              <a:defRPr/>
            </a:lvl2pPr>
            <a:lvl3pPr indent="-342900" lvl="2" marL="1371600" algn="l">
              <a:lnSpc>
                <a:spcPct val="90000"/>
              </a:lnSpc>
              <a:spcBef>
                <a:spcPts val="1000"/>
              </a:spcBef>
              <a:spcAft>
                <a:spcPts val="0"/>
              </a:spcAft>
              <a:buClr>
                <a:srgbClr val="000000"/>
              </a:buClr>
              <a:buSzPts val="1800"/>
              <a:buChar char="•"/>
              <a:defRPr/>
            </a:lvl3pPr>
            <a:lvl4pPr indent="-342900" lvl="3" marL="1828800" algn="l">
              <a:lnSpc>
                <a:spcPct val="90000"/>
              </a:lnSpc>
              <a:spcBef>
                <a:spcPts val="1000"/>
              </a:spcBef>
              <a:spcAft>
                <a:spcPts val="0"/>
              </a:spcAft>
              <a:buClr>
                <a:srgbClr val="000000"/>
              </a:buClr>
              <a:buSzPts val="1800"/>
              <a:buChar char="•"/>
              <a:defRPr/>
            </a:lvl4pPr>
            <a:lvl5pPr indent="-342900" lvl="4" marL="2286000" algn="l">
              <a:lnSpc>
                <a:spcPct val="90000"/>
              </a:lnSpc>
              <a:spcBef>
                <a:spcPts val="1000"/>
              </a:spcBef>
              <a:spcAft>
                <a:spcPts val="0"/>
              </a:spcAft>
              <a:buClr>
                <a:srgbClr val="000000"/>
              </a:buClr>
              <a:buSzPts val="1800"/>
              <a:buChar char="•"/>
              <a:defRPr/>
            </a:lvl5pPr>
            <a:lvl6pPr indent="-342900" lvl="5" marL="2743200" algn="l">
              <a:lnSpc>
                <a:spcPct val="90000"/>
              </a:lnSpc>
              <a:spcBef>
                <a:spcPts val="1000"/>
              </a:spcBef>
              <a:spcAft>
                <a:spcPts val="0"/>
              </a:spcAft>
              <a:buClr>
                <a:srgbClr val="000000"/>
              </a:buClr>
              <a:buSzPts val="1800"/>
              <a:buChar char="•"/>
              <a:defRPr/>
            </a:lvl6pPr>
            <a:lvl7pPr indent="-342900" lvl="6" marL="3200400" algn="l">
              <a:lnSpc>
                <a:spcPct val="90000"/>
              </a:lnSpc>
              <a:spcBef>
                <a:spcPts val="1000"/>
              </a:spcBef>
              <a:spcAft>
                <a:spcPts val="0"/>
              </a:spcAft>
              <a:buClr>
                <a:srgbClr val="000000"/>
              </a:buClr>
              <a:buSzPts val="1800"/>
              <a:buChar char="•"/>
              <a:defRPr/>
            </a:lvl7pPr>
            <a:lvl8pPr indent="-342900" lvl="7" marL="3657600" algn="l">
              <a:lnSpc>
                <a:spcPct val="90000"/>
              </a:lnSpc>
              <a:spcBef>
                <a:spcPts val="1000"/>
              </a:spcBef>
              <a:spcAft>
                <a:spcPts val="0"/>
              </a:spcAft>
              <a:buClr>
                <a:srgbClr val="000000"/>
              </a:buClr>
              <a:buSzPts val="1800"/>
              <a:buChar char="•"/>
              <a:defRPr/>
            </a:lvl8pPr>
            <a:lvl9pPr indent="-342900" lvl="8" marL="4114800" algn="l">
              <a:lnSpc>
                <a:spcPct val="90000"/>
              </a:lnSpc>
              <a:spcBef>
                <a:spcPts val="1000"/>
              </a:spcBef>
              <a:spcAft>
                <a:spcPts val="0"/>
              </a:spcAft>
              <a:buClr>
                <a:srgbClr val="000000"/>
              </a:buClr>
              <a:buSzPts val="1800"/>
              <a:buChar char="•"/>
              <a:defRPr/>
            </a:lvl9pPr>
          </a:lstStyle>
          <a:p/>
        </p:txBody>
      </p:sp>
      <p:sp>
        <p:nvSpPr>
          <p:cNvPr id="34" name="Google Shape;34;p8"/>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lvl1pPr indent="0" lvl="0" marL="0" algn="r">
              <a:lnSpc>
                <a:spcPct val="100000"/>
              </a:lnSpc>
              <a:spcBef>
                <a:spcPts val="0"/>
              </a:spcBef>
              <a:spcAft>
                <a:spcPts val="0"/>
              </a:spcAft>
              <a:buClr>
                <a:srgbClr val="888888"/>
              </a:buClr>
              <a:buSzPts val="1200"/>
              <a:buFont typeface="Calibri"/>
              <a:buNone/>
              <a:defRPr sz="1200">
                <a:solidFill>
                  <a:srgbClr val="888888"/>
                </a:solidFill>
              </a:defRPr>
            </a:lvl1pPr>
            <a:lvl2pPr indent="0" lvl="1" marL="0" algn="r">
              <a:lnSpc>
                <a:spcPct val="100000"/>
              </a:lnSpc>
              <a:spcBef>
                <a:spcPts val="0"/>
              </a:spcBef>
              <a:spcAft>
                <a:spcPts val="0"/>
              </a:spcAft>
              <a:buClr>
                <a:srgbClr val="888888"/>
              </a:buClr>
              <a:buSzPts val="1200"/>
              <a:buFont typeface="Calibri"/>
              <a:buNone/>
              <a:defRPr sz="1200">
                <a:solidFill>
                  <a:srgbClr val="888888"/>
                </a:solidFill>
              </a:defRPr>
            </a:lvl2pPr>
            <a:lvl3pPr indent="0" lvl="2" marL="0" algn="r">
              <a:lnSpc>
                <a:spcPct val="100000"/>
              </a:lnSpc>
              <a:spcBef>
                <a:spcPts val="0"/>
              </a:spcBef>
              <a:spcAft>
                <a:spcPts val="0"/>
              </a:spcAft>
              <a:buClr>
                <a:srgbClr val="888888"/>
              </a:buClr>
              <a:buSzPts val="1200"/>
              <a:buFont typeface="Calibri"/>
              <a:buNone/>
              <a:defRPr sz="1200">
                <a:solidFill>
                  <a:srgbClr val="888888"/>
                </a:solidFill>
              </a:defRPr>
            </a:lvl3pPr>
            <a:lvl4pPr indent="0" lvl="3" marL="0" algn="r">
              <a:lnSpc>
                <a:spcPct val="100000"/>
              </a:lnSpc>
              <a:spcBef>
                <a:spcPts val="0"/>
              </a:spcBef>
              <a:spcAft>
                <a:spcPts val="0"/>
              </a:spcAft>
              <a:buClr>
                <a:srgbClr val="888888"/>
              </a:buClr>
              <a:buSzPts val="1200"/>
              <a:buFont typeface="Calibri"/>
              <a:buNone/>
              <a:defRPr sz="1200">
                <a:solidFill>
                  <a:srgbClr val="888888"/>
                </a:solidFill>
              </a:defRPr>
            </a:lvl4pPr>
            <a:lvl5pPr indent="0" lvl="4" marL="0" algn="r">
              <a:lnSpc>
                <a:spcPct val="100000"/>
              </a:lnSpc>
              <a:spcBef>
                <a:spcPts val="0"/>
              </a:spcBef>
              <a:spcAft>
                <a:spcPts val="0"/>
              </a:spcAft>
              <a:buClr>
                <a:srgbClr val="888888"/>
              </a:buClr>
              <a:buSzPts val="1200"/>
              <a:buFont typeface="Calibri"/>
              <a:buNone/>
              <a:defRPr sz="1200">
                <a:solidFill>
                  <a:srgbClr val="888888"/>
                </a:solidFill>
              </a:defRPr>
            </a:lvl5pPr>
            <a:lvl6pPr indent="0" lvl="5" marL="0" algn="r">
              <a:lnSpc>
                <a:spcPct val="100000"/>
              </a:lnSpc>
              <a:spcBef>
                <a:spcPts val="0"/>
              </a:spcBef>
              <a:spcAft>
                <a:spcPts val="0"/>
              </a:spcAft>
              <a:buClr>
                <a:srgbClr val="888888"/>
              </a:buClr>
              <a:buSzPts val="1200"/>
              <a:buFont typeface="Calibri"/>
              <a:buNone/>
              <a:defRPr sz="1200">
                <a:solidFill>
                  <a:srgbClr val="888888"/>
                </a:solidFill>
              </a:defRPr>
            </a:lvl6pPr>
            <a:lvl7pPr indent="0" lvl="6" marL="0" algn="r">
              <a:lnSpc>
                <a:spcPct val="100000"/>
              </a:lnSpc>
              <a:spcBef>
                <a:spcPts val="0"/>
              </a:spcBef>
              <a:spcAft>
                <a:spcPts val="0"/>
              </a:spcAft>
              <a:buClr>
                <a:srgbClr val="888888"/>
              </a:buClr>
              <a:buSzPts val="1200"/>
              <a:buFont typeface="Calibri"/>
              <a:buNone/>
              <a:defRPr sz="1200">
                <a:solidFill>
                  <a:srgbClr val="888888"/>
                </a:solidFill>
              </a:defRPr>
            </a:lvl7pPr>
            <a:lvl8pPr indent="0" lvl="7" marL="0" algn="r">
              <a:lnSpc>
                <a:spcPct val="100000"/>
              </a:lnSpc>
              <a:spcBef>
                <a:spcPts val="0"/>
              </a:spcBef>
              <a:spcAft>
                <a:spcPts val="0"/>
              </a:spcAft>
              <a:buClr>
                <a:srgbClr val="888888"/>
              </a:buClr>
              <a:buSzPts val="1200"/>
              <a:buFont typeface="Calibri"/>
              <a:buNone/>
              <a:defRPr sz="1200">
                <a:solidFill>
                  <a:srgbClr val="888888"/>
                </a:solidFill>
              </a:defRPr>
            </a:lvl8pPr>
            <a:lvl9pPr indent="0" lvl="8" marL="0" algn="r">
              <a:lnSpc>
                <a:spcPct val="100000"/>
              </a:lnSpc>
              <a:spcBef>
                <a:spcPts val="0"/>
              </a:spcBef>
              <a:spcAft>
                <a:spcPts val="0"/>
              </a:spcAft>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p:cSld name="Content with Caption">
    <p:spTree>
      <p:nvGrpSpPr>
        <p:cNvPr id="35" name="Shape 35"/>
        <p:cNvGrpSpPr/>
        <p:nvPr/>
      </p:nvGrpSpPr>
      <p:grpSpPr>
        <a:xfrm>
          <a:off x="0" y="0"/>
          <a:ext cx="0" cy="0"/>
          <a:chOff x="0" y="0"/>
          <a:chExt cx="0" cy="0"/>
        </a:xfrm>
      </p:grpSpPr>
      <p:sp>
        <p:nvSpPr>
          <p:cNvPr id="36" name="Google Shape;36;p9"/>
          <p:cNvSpPr txBox="1"/>
          <p:nvPr>
            <p:ph type="title"/>
          </p:nvPr>
        </p:nvSpPr>
        <p:spPr>
          <a:xfrm>
            <a:off x="839787" y="457200"/>
            <a:ext cx="3932239" cy="1600200"/>
          </a:xfrm>
          <a:prstGeom prst="rect">
            <a:avLst/>
          </a:prstGeom>
          <a:noFill/>
          <a:ln>
            <a:noFill/>
          </a:ln>
        </p:spPr>
        <p:txBody>
          <a:bodyPr anchorCtr="0" anchor="b" bIns="45700" lIns="45700" spcFirstLastPara="1" rIns="45700" wrap="square" tIns="45700">
            <a:normAutofit/>
          </a:bodyPr>
          <a:lstStyle>
            <a:lvl1pPr lvl="0" algn="l">
              <a:lnSpc>
                <a:spcPct val="90000"/>
              </a:lnSpc>
              <a:spcBef>
                <a:spcPts val="0"/>
              </a:spcBef>
              <a:spcAft>
                <a:spcPts val="0"/>
              </a:spcAft>
              <a:buClr>
                <a:srgbClr val="000000"/>
              </a:buClr>
              <a:buSzPts val="3200"/>
              <a:buFont typeface="Calibri"/>
              <a:buNone/>
              <a:defRPr sz="3200"/>
            </a:lvl1pPr>
            <a:lvl2pPr lvl="1" algn="l">
              <a:lnSpc>
                <a:spcPct val="90000"/>
              </a:lnSpc>
              <a:spcBef>
                <a:spcPts val="0"/>
              </a:spcBef>
              <a:spcAft>
                <a:spcPts val="0"/>
              </a:spcAft>
              <a:buClr>
                <a:srgbClr val="000000"/>
              </a:buClr>
              <a:buSzPts val="1800"/>
              <a:buNone/>
              <a:defRPr/>
            </a:lvl2pPr>
            <a:lvl3pPr lvl="2" algn="l">
              <a:lnSpc>
                <a:spcPct val="90000"/>
              </a:lnSpc>
              <a:spcBef>
                <a:spcPts val="0"/>
              </a:spcBef>
              <a:spcAft>
                <a:spcPts val="0"/>
              </a:spcAft>
              <a:buClr>
                <a:srgbClr val="000000"/>
              </a:buClr>
              <a:buSzPts val="1800"/>
              <a:buNone/>
              <a:defRPr/>
            </a:lvl3pPr>
            <a:lvl4pPr lvl="3" algn="l">
              <a:lnSpc>
                <a:spcPct val="90000"/>
              </a:lnSpc>
              <a:spcBef>
                <a:spcPts val="0"/>
              </a:spcBef>
              <a:spcAft>
                <a:spcPts val="0"/>
              </a:spcAft>
              <a:buClr>
                <a:srgbClr val="000000"/>
              </a:buClr>
              <a:buSzPts val="1800"/>
              <a:buNone/>
              <a:defRPr/>
            </a:lvl4pPr>
            <a:lvl5pPr lvl="4" algn="l">
              <a:lnSpc>
                <a:spcPct val="90000"/>
              </a:lnSpc>
              <a:spcBef>
                <a:spcPts val="0"/>
              </a:spcBef>
              <a:spcAft>
                <a:spcPts val="0"/>
              </a:spcAft>
              <a:buClr>
                <a:srgbClr val="000000"/>
              </a:buClr>
              <a:buSzPts val="1800"/>
              <a:buNone/>
              <a:defRPr/>
            </a:lvl5pPr>
            <a:lvl6pPr lvl="5" algn="l">
              <a:lnSpc>
                <a:spcPct val="90000"/>
              </a:lnSpc>
              <a:spcBef>
                <a:spcPts val="0"/>
              </a:spcBef>
              <a:spcAft>
                <a:spcPts val="0"/>
              </a:spcAft>
              <a:buClr>
                <a:srgbClr val="000000"/>
              </a:buClr>
              <a:buSzPts val="1800"/>
              <a:buNone/>
              <a:defRPr/>
            </a:lvl6pPr>
            <a:lvl7pPr lvl="6" algn="l">
              <a:lnSpc>
                <a:spcPct val="90000"/>
              </a:lnSpc>
              <a:spcBef>
                <a:spcPts val="0"/>
              </a:spcBef>
              <a:spcAft>
                <a:spcPts val="0"/>
              </a:spcAft>
              <a:buClr>
                <a:srgbClr val="000000"/>
              </a:buClr>
              <a:buSzPts val="1800"/>
              <a:buNone/>
              <a:defRPr/>
            </a:lvl7pPr>
            <a:lvl8pPr lvl="7" algn="l">
              <a:lnSpc>
                <a:spcPct val="90000"/>
              </a:lnSpc>
              <a:spcBef>
                <a:spcPts val="0"/>
              </a:spcBef>
              <a:spcAft>
                <a:spcPts val="0"/>
              </a:spcAft>
              <a:buClr>
                <a:srgbClr val="000000"/>
              </a:buClr>
              <a:buSzPts val="1800"/>
              <a:buNone/>
              <a:defRPr/>
            </a:lvl8pPr>
            <a:lvl9pPr lvl="8" algn="l">
              <a:lnSpc>
                <a:spcPct val="90000"/>
              </a:lnSpc>
              <a:spcBef>
                <a:spcPts val="0"/>
              </a:spcBef>
              <a:spcAft>
                <a:spcPts val="0"/>
              </a:spcAft>
              <a:buClr>
                <a:srgbClr val="000000"/>
              </a:buClr>
              <a:buSzPts val="1800"/>
              <a:buNone/>
              <a:defRPr/>
            </a:lvl9pPr>
          </a:lstStyle>
          <a:p/>
        </p:txBody>
      </p:sp>
      <p:sp>
        <p:nvSpPr>
          <p:cNvPr id="37" name="Google Shape;37;p9"/>
          <p:cNvSpPr txBox="1"/>
          <p:nvPr>
            <p:ph idx="1" type="body"/>
          </p:nvPr>
        </p:nvSpPr>
        <p:spPr>
          <a:xfrm>
            <a:off x="5183187" y="987425"/>
            <a:ext cx="6172201" cy="4873625"/>
          </a:xfrm>
          <a:prstGeom prst="rect">
            <a:avLst/>
          </a:prstGeom>
          <a:noFill/>
          <a:ln>
            <a:noFill/>
          </a:ln>
        </p:spPr>
        <p:txBody>
          <a:bodyPr anchorCtr="0" anchor="t" bIns="45700" lIns="45700" spcFirstLastPara="1" rIns="45700" wrap="square" tIns="45700">
            <a:normAutofit/>
          </a:bodyPr>
          <a:lstStyle>
            <a:lvl1pPr indent="-431800" lvl="0" marL="457200" algn="l">
              <a:lnSpc>
                <a:spcPct val="90000"/>
              </a:lnSpc>
              <a:spcBef>
                <a:spcPts val="1000"/>
              </a:spcBef>
              <a:spcAft>
                <a:spcPts val="0"/>
              </a:spcAft>
              <a:buClr>
                <a:srgbClr val="000000"/>
              </a:buClr>
              <a:buSzPts val="3200"/>
              <a:buChar char="•"/>
              <a:defRPr sz="3200"/>
            </a:lvl1pPr>
            <a:lvl2pPr indent="-431800" lvl="1" marL="914400" algn="l">
              <a:lnSpc>
                <a:spcPct val="90000"/>
              </a:lnSpc>
              <a:spcBef>
                <a:spcPts val="1000"/>
              </a:spcBef>
              <a:spcAft>
                <a:spcPts val="0"/>
              </a:spcAft>
              <a:buClr>
                <a:srgbClr val="000000"/>
              </a:buClr>
              <a:buSzPts val="3200"/>
              <a:buChar char="•"/>
              <a:defRPr sz="3200"/>
            </a:lvl2pPr>
            <a:lvl3pPr indent="-431800" lvl="2" marL="1371600" algn="l">
              <a:lnSpc>
                <a:spcPct val="90000"/>
              </a:lnSpc>
              <a:spcBef>
                <a:spcPts val="1000"/>
              </a:spcBef>
              <a:spcAft>
                <a:spcPts val="0"/>
              </a:spcAft>
              <a:buClr>
                <a:srgbClr val="000000"/>
              </a:buClr>
              <a:buSzPts val="3200"/>
              <a:buChar char="•"/>
              <a:defRPr sz="3200"/>
            </a:lvl3pPr>
            <a:lvl4pPr indent="-431800" lvl="3" marL="1828800" algn="l">
              <a:lnSpc>
                <a:spcPct val="90000"/>
              </a:lnSpc>
              <a:spcBef>
                <a:spcPts val="1000"/>
              </a:spcBef>
              <a:spcAft>
                <a:spcPts val="0"/>
              </a:spcAft>
              <a:buClr>
                <a:srgbClr val="000000"/>
              </a:buClr>
              <a:buSzPts val="3200"/>
              <a:buChar char="•"/>
              <a:defRPr sz="3200"/>
            </a:lvl4pPr>
            <a:lvl5pPr indent="-431800" lvl="4" marL="2286000" algn="l">
              <a:lnSpc>
                <a:spcPct val="90000"/>
              </a:lnSpc>
              <a:spcBef>
                <a:spcPts val="1000"/>
              </a:spcBef>
              <a:spcAft>
                <a:spcPts val="0"/>
              </a:spcAft>
              <a:buClr>
                <a:srgbClr val="000000"/>
              </a:buClr>
              <a:buSzPts val="3200"/>
              <a:buChar char="•"/>
              <a:defRPr sz="3200"/>
            </a:lvl5pPr>
            <a:lvl6pPr indent="-342900" lvl="5" marL="2743200" algn="l">
              <a:lnSpc>
                <a:spcPct val="90000"/>
              </a:lnSpc>
              <a:spcBef>
                <a:spcPts val="1000"/>
              </a:spcBef>
              <a:spcAft>
                <a:spcPts val="0"/>
              </a:spcAft>
              <a:buClr>
                <a:srgbClr val="000000"/>
              </a:buClr>
              <a:buSzPts val="1800"/>
              <a:buChar char="•"/>
              <a:defRPr/>
            </a:lvl6pPr>
            <a:lvl7pPr indent="-342900" lvl="6" marL="3200400" algn="l">
              <a:lnSpc>
                <a:spcPct val="90000"/>
              </a:lnSpc>
              <a:spcBef>
                <a:spcPts val="1000"/>
              </a:spcBef>
              <a:spcAft>
                <a:spcPts val="0"/>
              </a:spcAft>
              <a:buClr>
                <a:srgbClr val="000000"/>
              </a:buClr>
              <a:buSzPts val="1800"/>
              <a:buChar char="•"/>
              <a:defRPr/>
            </a:lvl7pPr>
            <a:lvl8pPr indent="-342900" lvl="7" marL="3657600" algn="l">
              <a:lnSpc>
                <a:spcPct val="90000"/>
              </a:lnSpc>
              <a:spcBef>
                <a:spcPts val="1000"/>
              </a:spcBef>
              <a:spcAft>
                <a:spcPts val="0"/>
              </a:spcAft>
              <a:buClr>
                <a:srgbClr val="000000"/>
              </a:buClr>
              <a:buSzPts val="1800"/>
              <a:buChar char="•"/>
              <a:defRPr/>
            </a:lvl8pPr>
            <a:lvl9pPr indent="-342900" lvl="8" marL="4114800" algn="l">
              <a:lnSpc>
                <a:spcPct val="90000"/>
              </a:lnSpc>
              <a:spcBef>
                <a:spcPts val="1000"/>
              </a:spcBef>
              <a:spcAft>
                <a:spcPts val="0"/>
              </a:spcAft>
              <a:buClr>
                <a:srgbClr val="000000"/>
              </a:buClr>
              <a:buSzPts val="1800"/>
              <a:buChar char="•"/>
              <a:defRPr/>
            </a:lvl9pPr>
          </a:lstStyle>
          <a:p/>
        </p:txBody>
      </p:sp>
      <p:sp>
        <p:nvSpPr>
          <p:cNvPr id="38" name="Google Shape;38;p9"/>
          <p:cNvSpPr txBox="1"/>
          <p:nvPr>
            <p:ph idx="2" type="body"/>
          </p:nvPr>
        </p:nvSpPr>
        <p:spPr>
          <a:xfrm>
            <a:off x="839787" y="2057400"/>
            <a:ext cx="3932239" cy="3811588"/>
          </a:xfrm>
          <a:prstGeom prst="rect">
            <a:avLst/>
          </a:prstGeom>
          <a:noFill/>
          <a:ln>
            <a:noFill/>
          </a:ln>
        </p:spPr>
        <p:txBody>
          <a:bodyPr anchorCtr="0" anchor="t" bIns="45700" lIns="45700" spcFirstLastPara="1" rIns="45700" wrap="square" tIns="45700">
            <a:normAutofit/>
          </a:bodyPr>
          <a:lstStyle>
            <a:lvl1pPr indent="-342900" lvl="0" marL="457200" algn="l">
              <a:lnSpc>
                <a:spcPct val="90000"/>
              </a:lnSpc>
              <a:spcBef>
                <a:spcPts val="1000"/>
              </a:spcBef>
              <a:spcAft>
                <a:spcPts val="0"/>
              </a:spcAft>
              <a:buClr>
                <a:srgbClr val="000000"/>
              </a:buClr>
              <a:buSzPts val="1800"/>
              <a:buChar char="•"/>
              <a:defRPr/>
            </a:lvl1pPr>
            <a:lvl2pPr indent="-342900" lvl="1" marL="914400" algn="l">
              <a:lnSpc>
                <a:spcPct val="90000"/>
              </a:lnSpc>
              <a:spcBef>
                <a:spcPts val="1000"/>
              </a:spcBef>
              <a:spcAft>
                <a:spcPts val="0"/>
              </a:spcAft>
              <a:buClr>
                <a:srgbClr val="000000"/>
              </a:buClr>
              <a:buSzPts val="1800"/>
              <a:buChar char="•"/>
              <a:defRPr/>
            </a:lvl2pPr>
            <a:lvl3pPr indent="-342900" lvl="2" marL="1371600" algn="l">
              <a:lnSpc>
                <a:spcPct val="90000"/>
              </a:lnSpc>
              <a:spcBef>
                <a:spcPts val="1000"/>
              </a:spcBef>
              <a:spcAft>
                <a:spcPts val="0"/>
              </a:spcAft>
              <a:buClr>
                <a:srgbClr val="000000"/>
              </a:buClr>
              <a:buSzPts val="1800"/>
              <a:buChar char="•"/>
              <a:defRPr/>
            </a:lvl3pPr>
            <a:lvl4pPr indent="-342900" lvl="3" marL="1828800" algn="l">
              <a:lnSpc>
                <a:spcPct val="90000"/>
              </a:lnSpc>
              <a:spcBef>
                <a:spcPts val="1000"/>
              </a:spcBef>
              <a:spcAft>
                <a:spcPts val="0"/>
              </a:spcAft>
              <a:buClr>
                <a:srgbClr val="000000"/>
              </a:buClr>
              <a:buSzPts val="1800"/>
              <a:buChar char="•"/>
              <a:defRPr/>
            </a:lvl4pPr>
            <a:lvl5pPr indent="-342900" lvl="4" marL="2286000" algn="l">
              <a:lnSpc>
                <a:spcPct val="90000"/>
              </a:lnSpc>
              <a:spcBef>
                <a:spcPts val="1000"/>
              </a:spcBef>
              <a:spcAft>
                <a:spcPts val="0"/>
              </a:spcAft>
              <a:buClr>
                <a:srgbClr val="000000"/>
              </a:buClr>
              <a:buSzPts val="1800"/>
              <a:buChar char="•"/>
              <a:defRPr/>
            </a:lvl5pPr>
            <a:lvl6pPr indent="-342900" lvl="5" marL="2743200" algn="l">
              <a:lnSpc>
                <a:spcPct val="90000"/>
              </a:lnSpc>
              <a:spcBef>
                <a:spcPts val="1000"/>
              </a:spcBef>
              <a:spcAft>
                <a:spcPts val="0"/>
              </a:spcAft>
              <a:buClr>
                <a:srgbClr val="000000"/>
              </a:buClr>
              <a:buSzPts val="1800"/>
              <a:buChar char="•"/>
              <a:defRPr/>
            </a:lvl6pPr>
            <a:lvl7pPr indent="-342900" lvl="6" marL="3200400" algn="l">
              <a:lnSpc>
                <a:spcPct val="90000"/>
              </a:lnSpc>
              <a:spcBef>
                <a:spcPts val="1000"/>
              </a:spcBef>
              <a:spcAft>
                <a:spcPts val="0"/>
              </a:spcAft>
              <a:buClr>
                <a:srgbClr val="000000"/>
              </a:buClr>
              <a:buSzPts val="1800"/>
              <a:buChar char="•"/>
              <a:defRPr/>
            </a:lvl7pPr>
            <a:lvl8pPr indent="-342900" lvl="7" marL="3657600" algn="l">
              <a:lnSpc>
                <a:spcPct val="90000"/>
              </a:lnSpc>
              <a:spcBef>
                <a:spcPts val="1000"/>
              </a:spcBef>
              <a:spcAft>
                <a:spcPts val="0"/>
              </a:spcAft>
              <a:buClr>
                <a:srgbClr val="000000"/>
              </a:buClr>
              <a:buSzPts val="1800"/>
              <a:buChar char="•"/>
              <a:defRPr/>
            </a:lvl8pPr>
            <a:lvl9pPr indent="-342900" lvl="8" marL="4114800" algn="l">
              <a:lnSpc>
                <a:spcPct val="90000"/>
              </a:lnSpc>
              <a:spcBef>
                <a:spcPts val="1000"/>
              </a:spcBef>
              <a:spcAft>
                <a:spcPts val="0"/>
              </a:spcAft>
              <a:buClr>
                <a:srgbClr val="000000"/>
              </a:buClr>
              <a:buSzPts val="1800"/>
              <a:buChar char="•"/>
              <a:defRPr/>
            </a:lvl9pPr>
          </a:lstStyle>
          <a:p/>
        </p:txBody>
      </p:sp>
      <p:sp>
        <p:nvSpPr>
          <p:cNvPr id="39" name="Google Shape;39;p9"/>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lvl1pPr indent="0" lvl="0" marL="0" algn="r">
              <a:lnSpc>
                <a:spcPct val="100000"/>
              </a:lnSpc>
              <a:spcBef>
                <a:spcPts val="0"/>
              </a:spcBef>
              <a:spcAft>
                <a:spcPts val="0"/>
              </a:spcAft>
              <a:buClr>
                <a:srgbClr val="888888"/>
              </a:buClr>
              <a:buSzPts val="1200"/>
              <a:buFont typeface="Calibri"/>
              <a:buNone/>
              <a:defRPr sz="1200">
                <a:solidFill>
                  <a:srgbClr val="888888"/>
                </a:solidFill>
              </a:defRPr>
            </a:lvl1pPr>
            <a:lvl2pPr indent="0" lvl="1" marL="0" algn="r">
              <a:lnSpc>
                <a:spcPct val="100000"/>
              </a:lnSpc>
              <a:spcBef>
                <a:spcPts val="0"/>
              </a:spcBef>
              <a:spcAft>
                <a:spcPts val="0"/>
              </a:spcAft>
              <a:buClr>
                <a:srgbClr val="888888"/>
              </a:buClr>
              <a:buSzPts val="1200"/>
              <a:buFont typeface="Calibri"/>
              <a:buNone/>
              <a:defRPr sz="1200">
                <a:solidFill>
                  <a:srgbClr val="888888"/>
                </a:solidFill>
              </a:defRPr>
            </a:lvl2pPr>
            <a:lvl3pPr indent="0" lvl="2" marL="0" algn="r">
              <a:lnSpc>
                <a:spcPct val="100000"/>
              </a:lnSpc>
              <a:spcBef>
                <a:spcPts val="0"/>
              </a:spcBef>
              <a:spcAft>
                <a:spcPts val="0"/>
              </a:spcAft>
              <a:buClr>
                <a:srgbClr val="888888"/>
              </a:buClr>
              <a:buSzPts val="1200"/>
              <a:buFont typeface="Calibri"/>
              <a:buNone/>
              <a:defRPr sz="1200">
                <a:solidFill>
                  <a:srgbClr val="888888"/>
                </a:solidFill>
              </a:defRPr>
            </a:lvl3pPr>
            <a:lvl4pPr indent="0" lvl="3" marL="0" algn="r">
              <a:lnSpc>
                <a:spcPct val="100000"/>
              </a:lnSpc>
              <a:spcBef>
                <a:spcPts val="0"/>
              </a:spcBef>
              <a:spcAft>
                <a:spcPts val="0"/>
              </a:spcAft>
              <a:buClr>
                <a:srgbClr val="888888"/>
              </a:buClr>
              <a:buSzPts val="1200"/>
              <a:buFont typeface="Calibri"/>
              <a:buNone/>
              <a:defRPr sz="1200">
                <a:solidFill>
                  <a:srgbClr val="888888"/>
                </a:solidFill>
              </a:defRPr>
            </a:lvl4pPr>
            <a:lvl5pPr indent="0" lvl="4" marL="0" algn="r">
              <a:lnSpc>
                <a:spcPct val="100000"/>
              </a:lnSpc>
              <a:spcBef>
                <a:spcPts val="0"/>
              </a:spcBef>
              <a:spcAft>
                <a:spcPts val="0"/>
              </a:spcAft>
              <a:buClr>
                <a:srgbClr val="888888"/>
              </a:buClr>
              <a:buSzPts val="1200"/>
              <a:buFont typeface="Calibri"/>
              <a:buNone/>
              <a:defRPr sz="1200">
                <a:solidFill>
                  <a:srgbClr val="888888"/>
                </a:solidFill>
              </a:defRPr>
            </a:lvl5pPr>
            <a:lvl6pPr indent="0" lvl="5" marL="0" algn="r">
              <a:lnSpc>
                <a:spcPct val="100000"/>
              </a:lnSpc>
              <a:spcBef>
                <a:spcPts val="0"/>
              </a:spcBef>
              <a:spcAft>
                <a:spcPts val="0"/>
              </a:spcAft>
              <a:buClr>
                <a:srgbClr val="888888"/>
              </a:buClr>
              <a:buSzPts val="1200"/>
              <a:buFont typeface="Calibri"/>
              <a:buNone/>
              <a:defRPr sz="1200">
                <a:solidFill>
                  <a:srgbClr val="888888"/>
                </a:solidFill>
              </a:defRPr>
            </a:lvl6pPr>
            <a:lvl7pPr indent="0" lvl="6" marL="0" algn="r">
              <a:lnSpc>
                <a:spcPct val="100000"/>
              </a:lnSpc>
              <a:spcBef>
                <a:spcPts val="0"/>
              </a:spcBef>
              <a:spcAft>
                <a:spcPts val="0"/>
              </a:spcAft>
              <a:buClr>
                <a:srgbClr val="888888"/>
              </a:buClr>
              <a:buSzPts val="1200"/>
              <a:buFont typeface="Calibri"/>
              <a:buNone/>
              <a:defRPr sz="1200">
                <a:solidFill>
                  <a:srgbClr val="888888"/>
                </a:solidFill>
              </a:defRPr>
            </a:lvl7pPr>
            <a:lvl8pPr indent="0" lvl="7" marL="0" algn="r">
              <a:lnSpc>
                <a:spcPct val="100000"/>
              </a:lnSpc>
              <a:spcBef>
                <a:spcPts val="0"/>
              </a:spcBef>
              <a:spcAft>
                <a:spcPts val="0"/>
              </a:spcAft>
              <a:buClr>
                <a:srgbClr val="888888"/>
              </a:buClr>
              <a:buSzPts val="1200"/>
              <a:buFont typeface="Calibri"/>
              <a:buNone/>
              <a:defRPr sz="1200">
                <a:solidFill>
                  <a:srgbClr val="888888"/>
                </a:solidFill>
              </a:defRPr>
            </a:lvl8pPr>
            <a:lvl9pPr indent="0" lvl="8" marL="0" algn="r">
              <a:lnSpc>
                <a:spcPct val="100000"/>
              </a:lnSpc>
              <a:spcBef>
                <a:spcPts val="0"/>
              </a:spcBef>
              <a:spcAft>
                <a:spcPts val="0"/>
              </a:spcAft>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p:cSld name="Picture with Caption">
    <p:spTree>
      <p:nvGrpSpPr>
        <p:cNvPr id="40" name="Shape 40"/>
        <p:cNvGrpSpPr/>
        <p:nvPr/>
      </p:nvGrpSpPr>
      <p:grpSpPr>
        <a:xfrm>
          <a:off x="0" y="0"/>
          <a:ext cx="0" cy="0"/>
          <a:chOff x="0" y="0"/>
          <a:chExt cx="0" cy="0"/>
        </a:xfrm>
      </p:grpSpPr>
      <p:sp>
        <p:nvSpPr>
          <p:cNvPr id="41" name="Google Shape;41;p10"/>
          <p:cNvSpPr txBox="1"/>
          <p:nvPr>
            <p:ph type="title"/>
          </p:nvPr>
        </p:nvSpPr>
        <p:spPr>
          <a:xfrm>
            <a:off x="839787" y="457200"/>
            <a:ext cx="3932239" cy="1600200"/>
          </a:xfrm>
          <a:prstGeom prst="rect">
            <a:avLst/>
          </a:prstGeom>
          <a:noFill/>
          <a:ln>
            <a:noFill/>
          </a:ln>
        </p:spPr>
        <p:txBody>
          <a:bodyPr anchorCtr="0" anchor="b" bIns="45700" lIns="45700" spcFirstLastPara="1" rIns="45700" wrap="square" tIns="45700">
            <a:normAutofit/>
          </a:bodyPr>
          <a:lstStyle>
            <a:lvl1pPr lvl="0" algn="l">
              <a:lnSpc>
                <a:spcPct val="90000"/>
              </a:lnSpc>
              <a:spcBef>
                <a:spcPts val="0"/>
              </a:spcBef>
              <a:spcAft>
                <a:spcPts val="0"/>
              </a:spcAft>
              <a:buClr>
                <a:srgbClr val="000000"/>
              </a:buClr>
              <a:buSzPts val="3200"/>
              <a:buFont typeface="Calibri"/>
              <a:buNone/>
              <a:defRPr sz="3200"/>
            </a:lvl1pPr>
            <a:lvl2pPr lvl="1" algn="l">
              <a:lnSpc>
                <a:spcPct val="90000"/>
              </a:lnSpc>
              <a:spcBef>
                <a:spcPts val="0"/>
              </a:spcBef>
              <a:spcAft>
                <a:spcPts val="0"/>
              </a:spcAft>
              <a:buClr>
                <a:srgbClr val="000000"/>
              </a:buClr>
              <a:buSzPts val="1800"/>
              <a:buNone/>
              <a:defRPr/>
            </a:lvl2pPr>
            <a:lvl3pPr lvl="2" algn="l">
              <a:lnSpc>
                <a:spcPct val="90000"/>
              </a:lnSpc>
              <a:spcBef>
                <a:spcPts val="0"/>
              </a:spcBef>
              <a:spcAft>
                <a:spcPts val="0"/>
              </a:spcAft>
              <a:buClr>
                <a:srgbClr val="000000"/>
              </a:buClr>
              <a:buSzPts val="1800"/>
              <a:buNone/>
              <a:defRPr/>
            </a:lvl3pPr>
            <a:lvl4pPr lvl="3" algn="l">
              <a:lnSpc>
                <a:spcPct val="90000"/>
              </a:lnSpc>
              <a:spcBef>
                <a:spcPts val="0"/>
              </a:spcBef>
              <a:spcAft>
                <a:spcPts val="0"/>
              </a:spcAft>
              <a:buClr>
                <a:srgbClr val="000000"/>
              </a:buClr>
              <a:buSzPts val="1800"/>
              <a:buNone/>
              <a:defRPr/>
            </a:lvl4pPr>
            <a:lvl5pPr lvl="4" algn="l">
              <a:lnSpc>
                <a:spcPct val="90000"/>
              </a:lnSpc>
              <a:spcBef>
                <a:spcPts val="0"/>
              </a:spcBef>
              <a:spcAft>
                <a:spcPts val="0"/>
              </a:spcAft>
              <a:buClr>
                <a:srgbClr val="000000"/>
              </a:buClr>
              <a:buSzPts val="1800"/>
              <a:buNone/>
              <a:defRPr/>
            </a:lvl5pPr>
            <a:lvl6pPr lvl="5" algn="l">
              <a:lnSpc>
                <a:spcPct val="90000"/>
              </a:lnSpc>
              <a:spcBef>
                <a:spcPts val="0"/>
              </a:spcBef>
              <a:spcAft>
                <a:spcPts val="0"/>
              </a:spcAft>
              <a:buClr>
                <a:srgbClr val="000000"/>
              </a:buClr>
              <a:buSzPts val="1800"/>
              <a:buNone/>
              <a:defRPr/>
            </a:lvl6pPr>
            <a:lvl7pPr lvl="6" algn="l">
              <a:lnSpc>
                <a:spcPct val="90000"/>
              </a:lnSpc>
              <a:spcBef>
                <a:spcPts val="0"/>
              </a:spcBef>
              <a:spcAft>
                <a:spcPts val="0"/>
              </a:spcAft>
              <a:buClr>
                <a:srgbClr val="000000"/>
              </a:buClr>
              <a:buSzPts val="1800"/>
              <a:buNone/>
              <a:defRPr/>
            </a:lvl7pPr>
            <a:lvl8pPr lvl="7" algn="l">
              <a:lnSpc>
                <a:spcPct val="90000"/>
              </a:lnSpc>
              <a:spcBef>
                <a:spcPts val="0"/>
              </a:spcBef>
              <a:spcAft>
                <a:spcPts val="0"/>
              </a:spcAft>
              <a:buClr>
                <a:srgbClr val="000000"/>
              </a:buClr>
              <a:buSzPts val="1800"/>
              <a:buNone/>
              <a:defRPr/>
            </a:lvl8pPr>
            <a:lvl9pPr lvl="8" algn="l">
              <a:lnSpc>
                <a:spcPct val="90000"/>
              </a:lnSpc>
              <a:spcBef>
                <a:spcPts val="0"/>
              </a:spcBef>
              <a:spcAft>
                <a:spcPts val="0"/>
              </a:spcAft>
              <a:buClr>
                <a:srgbClr val="000000"/>
              </a:buClr>
              <a:buSzPts val="1800"/>
              <a:buNone/>
              <a:defRPr/>
            </a:lvl9pPr>
          </a:lstStyle>
          <a:p/>
        </p:txBody>
      </p:sp>
      <p:sp>
        <p:nvSpPr>
          <p:cNvPr id="42" name="Google Shape;42;p10"/>
          <p:cNvSpPr/>
          <p:nvPr>
            <p:ph idx="2" type="pic"/>
          </p:nvPr>
        </p:nvSpPr>
        <p:spPr>
          <a:xfrm>
            <a:off x="5183187" y="987425"/>
            <a:ext cx="6172201" cy="4873625"/>
          </a:xfrm>
          <a:prstGeom prst="rect">
            <a:avLst/>
          </a:prstGeom>
          <a:noFill/>
          <a:ln>
            <a:noFill/>
          </a:ln>
        </p:spPr>
      </p:sp>
      <p:sp>
        <p:nvSpPr>
          <p:cNvPr id="43" name="Google Shape;43;p10"/>
          <p:cNvSpPr txBox="1"/>
          <p:nvPr>
            <p:ph idx="1" type="body"/>
          </p:nvPr>
        </p:nvSpPr>
        <p:spPr>
          <a:xfrm>
            <a:off x="839787" y="2057400"/>
            <a:ext cx="3932239" cy="3811588"/>
          </a:xfrm>
          <a:prstGeom prst="rect">
            <a:avLst/>
          </a:prstGeom>
          <a:noFill/>
          <a:ln>
            <a:noFill/>
          </a:ln>
        </p:spPr>
        <p:txBody>
          <a:bodyPr anchorCtr="0" anchor="t" bIns="45700" lIns="45700" spcFirstLastPara="1" rIns="45700" wrap="square" tIns="45700">
            <a:normAutofit/>
          </a:bodyPr>
          <a:lstStyle>
            <a:lvl1pPr indent="-228600" lvl="0" marL="457200" algn="l">
              <a:lnSpc>
                <a:spcPct val="90000"/>
              </a:lnSpc>
              <a:spcBef>
                <a:spcPts val="1000"/>
              </a:spcBef>
              <a:spcAft>
                <a:spcPts val="0"/>
              </a:spcAft>
              <a:buClr>
                <a:srgbClr val="000000"/>
              </a:buClr>
              <a:buSzPts val="1600"/>
              <a:buFont typeface="Calibri"/>
              <a:buNone/>
              <a:defRPr sz="1600"/>
            </a:lvl1pPr>
            <a:lvl2pPr indent="-228600" lvl="1" marL="914400" algn="l">
              <a:lnSpc>
                <a:spcPct val="90000"/>
              </a:lnSpc>
              <a:spcBef>
                <a:spcPts val="1000"/>
              </a:spcBef>
              <a:spcAft>
                <a:spcPts val="0"/>
              </a:spcAft>
              <a:buClr>
                <a:srgbClr val="000000"/>
              </a:buClr>
              <a:buSzPts val="1600"/>
              <a:buFont typeface="Calibri"/>
              <a:buNone/>
              <a:defRPr sz="1600"/>
            </a:lvl2pPr>
            <a:lvl3pPr indent="-228600" lvl="2" marL="1371600" algn="l">
              <a:lnSpc>
                <a:spcPct val="90000"/>
              </a:lnSpc>
              <a:spcBef>
                <a:spcPts val="1000"/>
              </a:spcBef>
              <a:spcAft>
                <a:spcPts val="0"/>
              </a:spcAft>
              <a:buClr>
                <a:srgbClr val="000000"/>
              </a:buClr>
              <a:buSzPts val="1600"/>
              <a:buFont typeface="Calibri"/>
              <a:buNone/>
              <a:defRPr sz="1600"/>
            </a:lvl3pPr>
            <a:lvl4pPr indent="-228600" lvl="3" marL="1828800" algn="l">
              <a:lnSpc>
                <a:spcPct val="90000"/>
              </a:lnSpc>
              <a:spcBef>
                <a:spcPts val="1000"/>
              </a:spcBef>
              <a:spcAft>
                <a:spcPts val="0"/>
              </a:spcAft>
              <a:buClr>
                <a:srgbClr val="000000"/>
              </a:buClr>
              <a:buSzPts val="1600"/>
              <a:buFont typeface="Calibri"/>
              <a:buNone/>
              <a:defRPr sz="1600"/>
            </a:lvl4pPr>
            <a:lvl5pPr indent="-228600" lvl="4" marL="2286000" algn="l">
              <a:lnSpc>
                <a:spcPct val="90000"/>
              </a:lnSpc>
              <a:spcBef>
                <a:spcPts val="1000"/>
              </a:spcBef>
              <a:spcAft>
                <a:spcPts val="0"/>
              </a:spcAft>
              <a:buClr>
                <a:srgbClr val="000000"/>
              </a:buClr>
              <a:buSzPts val="1600"/>
              <a:buFont typeface="Calibri"/>
              <a:buNone/>
              <a:defRPr sz="1600"/>
            </a:lvl5pPr>
            <a:lvl6pPr indent="-342900" lvl="5" marL="2743200" algn="l">
              <a:lnSpc>
                <a:spcPct val="90000"/>
              </a:lnSpc>
              <a:spcBef>
                <a:spcPts val="1000"/>
              </a:spcBef>
              <a:spcAft>
                <a:spcPts val="0"/>
              </a:spcAft>
              <a:buClr>
                <a:srgbClr val="000000"/>
              </a:buClr>
              <a:buSzPts val="1800"/>
              <a:buChar char="•"/>
              <a:defRPr/>
            </a:lvl6pPr>
            <a:lvl7pPr indent="-342900" lvl="6" marL="3200400" algn="l">
              <a:lnSpc>
                <a:spcPct val="90000"/>
              </a:lnSpc>
              <a:spcBef>
                <a:spcPts val="1000"/>
              </a:spcBef>
              <a:spcAft>
                <a:spcPts val="0"/>
              </a:spcAft>
              <a:buClr>
                <a:srgbClr val="000000"/>
              </a:buClr>
              <a:buSzPts val="1800"/>
              <a:buChar char="•"/>
              <a:defRPr/>
            </a:lvl7pPr>
            <a:lvl8pPr indent="-342900" lvl="7" marL="3657600" algn="l">
              <a:lnSpc>
                <a:spcPct val="90000"/>
              </a:lnSpc>
              <a:spcBef>
                <a:spcPts val="1000"/>
              </a:spcBef>
              <a:spcAft>
                <a:spcPts val="0"/>
              </a:spcAft>
              <a:buClr>
                <a:srgbClr val="000000"/>
              </a:buClr>
              <a:buSzPts val="1800"/>
              <a:buChar char="•"/>
              <a:defRPr/>
            </a:lvl8pPr>
            <a:lvl9pPr indent="-342900" lvl="8" marL="4114800" algn="l">
              <a:lnSpc>
                <a:spcPct val="90000"/>
              </a:lnSpc>
              <a:spcBef>
                <a:spcPts val="1000"/>
              </a:spcBef>
              <a:spcAft>
                <a:spcPts val="0"/>
              </a:spcAft>
              <a:buClr>
                <a:srgbClr val="000000"/>
              </a:buClr>
              <a:buSzPts val="1800"/>
              <a:buChar char="•"/>
              <a:defRPr/>
            </a:lvl9pPr>
          </a:lstStyle>
          <a:p/>
        </p:txBody>
      </p:sp>
      <p:sp>
        <p:nvSpPr>
          <p:cNvPr id="44" name="Google Shape;44;p10"/>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lvl1pPr indent="0" lvl="0" marL="0" algn="r">
              <a:lnSpc>
                <a:spcPct val="100000"/>
              </a:lnSpc>
              <a:spcBef>
                <a:spcPts val="0"/>
              </a:spcBef>
              <a:spcAft>
                <a:spcPts val="0"/>
              </a:spcAft>
              <a:buClr>
                <a:srgbClr val="888888"/>
              </a:buClr>
              <a:buSzPts val="1200"/>
              <a:buFont typeface="Calibri"/>
              <a:buNone/>
              <a:defRPr sz="1200">
                <a:solidFill>
                  <a:srgbClr val="888888"/>
                </a:solidFill>
              </a:defRPr>
            </a:lvl1pPr>
            <a:lvl2pPr indent="0" lvl="1" marL="0" algn="r">
              <a:lnSpc>
                <a:spcPct val="100000"/>
              </a:lnSpc>
              <a:spcBef>
                <a:spcPts val="0"/>
              </a:spcBef>
              <a:spcAft>
                <a:spcPts val="0"/>
              </a:spcAft>
              <a:buClr>
                <a:srgbClr val="888888"/>
              </a:buClr>
              <a:buSzPts val="1200"/>
              <a:buFont typeface="Calibri"/>
              <a:buNone/>
              <a:defRPr sz="1200">
                <a:solidFill>
                  <a:srgbClr val="888888"/>
                </a:solidFill>
              </a:defRPr>
            </a:lvl2pPr>
            <a:lvl3pPr indent="0" lvl="2" marL="0" algn="r">
              <a:lnSpc>
                <a:spcPct val="100000"/>
              </a:lnSpc>
              <a:spcBef>
                <a:spcPts val="0"/>
              </a:spcBef>
              <a:spcAft>
                <a:spcPts val="0"/>
              </a:spcAft>
              <a:buClr>
                <a:srgbClr val="888888"/>
              </a:buClr>
              <a:buSzPts val="1200"/>
              <a:buFont typeface="Calibri"/>
              <a:buNone/>
              <a:defRPr sz="1200">
                <a:solidFill>
                  <a:srgbClr val="888888"/>
                </a:solidFill>
              </a:defRPr>
            </a:lvl3pPr>
            <a:lvl4pPr indent="0" lvl="3" marL="0" algn="r">
              <a:lnSpc>
                <a:spcPct val="100000"/>
              </a:lnSpc>
              <a:spcBef>
                <a:spcPts val="0"/>
              </a:spcBef>
              <a:spcAft>
                <a:spcPts val="0"/>
              </a:spcAft>
              <a:buClr>
                <a:srgbClr val="888888"/>
              </a:buClr>
              <a:buSzPts val="1200"/>
              <a:buFont typeface="Calibri"/>
              <a:buNone/>
              <a:defRPr sz="1200">
                <a:solidFill>
                  <a:srgbClr val="888888"/>
                </a:solidFill>
              </a:defRPr>
            </a:lvl4pPr>
            <a:lvl5pPr indent="0" lvl="4" marL="0" algn="r">
              <a:lnSpc>
                <a:spcPct val="100000"/>
              </a:lnSpc>
              <a:spcBef>
                <a:spcPts val="0"/>
              </a:spcBef>
              <a:spcAft>
                <a:spcPts val="0"/>
              </a:spcAft>
              <a:buClr>
                <a:srgbClr val="888888"/>
              </a:buClr>
              <a:buSzPts val="1200"/>
              <a:buFont typeface="Calibri"/>
              <a:buNone/>
              <a:defRPr sz="1200">
                <a:solidFill>
                  <a:srgbClr val="888888"/>
                </a:solidFill>
              </a:defRPr>
            </a:lvl5pPr>
            <a:lvl6pPr indent="0" lvl="5" marL="0" algn="r">
              <a:lnSpc>
                <a:spcPct val="100000"/>
              </a:lnSpc>
              <a:spcBef>
                <a:spcPts val="0"/>
              </a:spcBef>
              <a:spcAft>
                <a:spcPts val="0"/>
              </a:spcAft>
              <a:buClr>
                <a:srgbClr val="888888"/>
              </a:buClr>
              <a:buSzPts val="1200"/>
              <a:buFont typeface="Calibri"/>
              <a:buNone/>
              <a:defRPr sz="1200">
                <a:solidFill>
                  <a:srgbClr val="888888"/>
                </a:solidFill>
              </a:defRPr>
            </a:lvl6pPr>
            <a:lvl7pPr indent="0" lvl="6" marL="0" algn="r">
              <a:lnSpc>
                <a:spcPct val="100000"/>
              </a:lnSpc>
              <a:spcBef>
                <a:spcPts val="0"/>
              </a:spcBef>
              <a:spcAft>
                <a:spcPts val="0"/>
              </a:spcAft>
              <a:buClr>
                <a:srgbClr val="888888"/>
              </a:buClr>
              <a:buSzPts val="1200"/>
              <a:buFont typeface="Calibri"/>
              <a:buNone/>
              <a:defRPr sz="1200">
                <a:solidFill>
                  <a:srgbClr val="888888"/>
                </a:solidFill>
              </a:defRPr>
            </a:lvl7pPr>
            <a:lvl8pPr indent="0" lvl="7" marL="0" algn="r">
              <a:lnSpc>
                <a:spcPct val="100000"/>
              </a:lnSpc>
              <a:spcBef>
                <a:spcPts val="0"/>
              </a:spcBef>
              <a:spcAft>
                <a:spcPts val="0"/>
              </a:spcAft>
              <a:buClr>
                <a:srgbClr val="888888"/>
              </a:buClr>
              <a:buSzPts val="1200"/>
              <a:buFont typeface="Calibri"/>
              <a:buNone/>
              <a:defRPr sz="1200">
                <a:solidFill>
                  <a:srgbClr val="888888"/>
                </a:solidFill>
              </a:defRPr>
            </a:lvl8pPr>
            <a:lvl9pPr indent="0" lvl="8" marL="0" algn="r">
              <a:lnSpc>
                <a:spcPct val="100000"/>
              </a:lnSpc>
              <a:spcBef>
                <a:spcPts val="0"/>
              </a:spcBef>
              <a:spcAft>
                <a:spcPts val="0"/>
              </a:spcAft>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0"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903635"/>
          </a:xfrm>
          <a:prstGeom prst="rect">
            <a:avLst/>
          </a:prstGeom>
          <a:noFill/>
          <a:ln>
            <a:noFill/>
          </a:ln>
        </p:spPr>
        <p:txBody>
          <a:bodyPr anchorCtr="0" anchor="ctr" bIns="45700" lIns="45700" spcFirstLastPara="1" rIns="45700" wrap="square" tIns="45700">
            <a:normAutofit/>
          </a:bodyPr>
          <a:lstStyle>
            <a:lvl1pPr lvl="0"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1pPr>
            <a:lvl2pPr lvl="1"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2pPr>
            <a:lvl3pPr lvl="2"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3pPr>
            <a:lvl4pPr lvl="3"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4pPr>
            <a:lvl5pPr lvl="4"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5pPr>
            <a:lvl6pPr lvl="5"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6pPr>
            <a:lvl7pPr lvl="6"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7pPr>
            <a:lvl8pPr lvl="7"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8pPr>
            <a:lvl9pPr lvl="8"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9pPr>
          </a:lstStyle>
          <a:p/>
        </p:txBody>
      </p:sp>
      <p:sp>
        <p:nvSpPr>
          <p:cNvPr id="7" name="Google Shape;7;p1"/>
          <p:cNvSpPr txBox="1"/>
          <p:nvPr>
            <p:ph idx="1" type="body"/>
          </p:nvPr>
        </p:nvSpPr>
        <p:spPr>
          <a:xfrm>
            <a:off x="838200" y="1484783"/>
            <a:ext cx="10515600" cy="4692181"/>
          </a:xfrm>
          <a:prstGeom prst="rect">
            <a:avLst/>
          </a:prstGeom>
          <a:noFill/>
          <a:ln>
            <a:noFill/>
          </a:ln>
        </p:spPr>
        <p:txBody>
          <a:bodyPr anchorCtr="0" anchor="t" bIns="45700" lIns="45700" spcFirstLastPara="1" rIns="45700" wrap="square" tIns="45700">
            <a:normAutofit/>
          </a:bodyPr>
          <a:lstStyle>
            <a:lvl1pPr indent="-406400" lvl="0" marL="4572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1pPr>
            <a:lvl2pPr indent="-406400" lvl="1" marL="9144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2pPr>
            <a:lvl3pPr indent="-406400" lvl="2" marL="13716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3pPr>
            <a:lvl4pPr indent="-406400" lvl="3" marL="18288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4pPr>
            <a:lvl5pPr indent="-406400" lvl="4" marL="22860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5pPr>
            <a:lvl6pPr indent="-406400" lvl="5" marL="27432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6pPr>
            <a:lvl7pPr indent="-406400" lvl="6" marL="32004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7pPr>
            <a:lvl8pPr indent="-406400" lvl="7" marL="36576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8pPr>
            <a:lvl9pPr indent="-406400" lvl="8" marL="41148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9pPr>
          </a:lstStyle>
          <a:p/>
        </p:txBody>
      </p:sp>
      <p:sp>
        <p:nvSpPr>
          <p:cNvPr id="8" name="Google Shape;8;p1"/>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lvl1pPr indent="0" lvl="0"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de-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1.jpg"/><Relationship Id="rId5"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2.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1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 name="Shape 48"/>
        <p:cNvGrpSpPr/>
        <p:nvPr/>
      </p:nvGrpSpPr>
      <p:grpSpPr>
        <a:xfrm>
          <a:off x="0" y="0"/>
          <a:ext cx="0" cy="0"/>
          <a:chOff x="0" y="0"/>
          <a:chExt cx="0" cy="0"/>
        </a:xfrm>
      </p:grpSpPr>
      <p:sp>
        <p:nvSpPr>
          <p:cNvPr id="49" name="Google Shape;49;p11"/>
          <p:cNvSpPr txBox="1"/>
          <p:nvPr/>
        </p:nvSpPr>
        <p:spPr>
          <a:xfrm>
            <a:off x="309071" y="153290"/>
            <a:ext cx="9989682" cy="1809726"/>
          </a:xfrm>
          <a:prstGeom prst="rect">
            <a:avLst/>
          </a:prstGeom>
          <a:noFill/>
          <a:ln>
            <a:noFill/>
          </a:ln>
        </p:spPr>
        <p:txBody>
          <a:bodyPr anchorCtr="0" anchor="b" bIns="45700" lIns="45700" spcFirstLastPara="1" rIns="45700" wrap="square" tIns="45700">
            <a:spAutoFit/>
          </a:bodyPr>
          <a:lstStyle/>
          <a:p>
            <a:pPr indent="0" lvl="0" marL="0" marR="0" rtl="0" algn="l">
              <a:lnSpc>
                <a:spcPct val="90000"/>
              </a:lnSpc>
              <a:spcBef>
                <a:spcPts val="0"/>
              </a:spcBef>
              <a:spcAft>
                <a:spcPts val="0"/>
              </a:spcAft>
              <a:buClr>
                <a:srgbClr val="000000"/>
              </a:buClr>
              <a:buSzPts val="8000"/>
              <a:buFont typeface="Calibri"/>
              <a:buNone/>
            </a:pPr>
            <a:r>
              <a:rPr b="0" i="0" lang="de-DE" sz="8000" u="none" cap="none" strike="noStrike">
                <a:solidFill>
                  <a:srgbClr val="000000"/>
                </a:solidFill>
                <a:latin typeface="Calibri"/>
                <a:ea typeface="Calibri"/>
                <a:cs typeface="Calibri"/>
                <a:sym typeface="Calibri"/>
              </a:rPr>
              <a:t>Debugging</a:t>
            </a:r>
            <a:br>
              <a:rPr b="0" i="0" lang="de-DE" sz="8000" u="none" cap="none" strike="noStrike">
                <a:solidFill>
                  <a:srgbClr val="000000"/>
                </a:solidFill>
                <a:latin typeface="Calibri"/>
                <a:ea typeface="Calibri"/>
                <a:cs typeface="Calibri"/>
                <a:sym typeface="Calibri"/>
              </a:rPr>
            </a:br>
            <a:r>
              <a:rPr b="0" i="0" lang="de-DE" sz="4400" u="none" cap="none" strike="noStrike">
                <a:solidFill>
                  <a:srgbClr val="000000"/>
                </a:solidFill>
                <a:latin typeface="Calibri"/>
                <a:ea typeface="Calibri"/>
                <a:cs typeface="Calibri"/>
                <a:sym typeface="Calibri"/>
              </a:rPr>
              <a:t>How to fix problems</a:t>
            </a:r>
            <a:endParaRPr b="0" i="0" sz="4400" u="none" cap="none" strike="noStrike">
              <a:solidFill>
                <a:srgbClr val="000000"/>
              </a:solidFill>
              <a:latin typeface="Calibri"/>
              <a:ea typeface="Calibri"/>
              <a:cs typeface="Calibri"/>
              <a:sym typeface="Calibri"/>
            </a:endParaRPr>
          </a:p>
        </p:txBody>
      </p:sp>
      <p:sp>
        <p:nvSpPr>
          <p:cNvPr id="50" name="Google Shape;50;p11"/>
          <p:cNvSpPr txBox="1"/>
          <p:nvPr/>
        </p:nvSpPr>
        <p:spPr>
          <a:xfrm>
            <a:off x="309072" y="6014637"/>
            <a:ext cx="5830456" cy="548286"/>
          </a:xfrm>
          <a:prstGeom prst="rect">
            <a:avLst/>
          </a:prstGeom>
          <a:noFill/>
          <a:ln>
            <a:noFill/>
          </a:ln>
        </p:spPr>
        <p:txBody>
          <a:bodyPr anchorCtr="0" anchor="t" bIns="45700" lIns="45700" spcFirstLastPara="1" rIns="45700" wrap="square" tIns="45700">
            <a:normAutofit/>
          </a:bodyPr>
          <a:lstStyle/>
          <a:p>
            <a:pPr indent="0" lvl="0" marL="0" marR="0" rtl="0" algn="l">
              <a:lnSpc>
                <a:spcPct val="90000"/>
              </a:lnSpc>
              <a:spcBef>
                <a:spcPts val="0"/>
              </a:spcBef>
              <a:spcAft>
                <a:spcPts val="0"/>
              </a:spcAft>
              <a:buClr>
                <a:srgbClr val="000000"/>
              </a:buClr>
              <a:buSzPts val="3200"/>
              <a:buFont typeface="Calibri"/>
              <a:buNone/>
            </a:pPr>
            <a:r>
              <a:rPr b="0" i="0" lang="de-DE" sz="3200" u="none" cap="none" strike="noStrike">
                <a:solidFill>
                  <a:srgbClr val="000000"/>
                </a:solidFill>
                <a:latin typeface="Calibri"/>
                <a:ea typeface="Calibri"/>
                <a:cs typeface="Calibri"/>
                <a:sym typeface="Calibri"/>
              </a:rPr>
              <a:t>Lisa, Carlos, and </a:t>
            </a:r>
            <a:r>
              <a:rPr lang="de-DE" sz="3200">
                <a:latin typeface="Calibri"/>
                <a:ea typeface="Calibri"/>
                <a:cs typeface="Calibri"/>
                <a:sym typeface="Calibri"/>
              </a:rPr>
              <a:t>Ece</a:t>
            </a:r>
            <a:endParaRPr b="0" i="0" sz="3200" u="none" cap="none" strike="noStrike">
              <a:solidFill>
                <a:srgbClr val="000000"/>
              </a:solidFill>
              <a:latin typeface="Calibri"/>
              <a:ea typeface="Calibri"/>
              <a:cs typeface="Calibri"/>
              <a:sym typeface="Calibri"/>
            </a:endParaRPr>
          </a:p>
        </p:txBody>
      </p:sp>
      <p:pic>
        <p:nvPicPr>
          <p:cNvPr descr="Picture 2" id="51" name="Google Shape;51;p11"/>
          <p:cNvPicPr preferRelativeResize="0"/>
          <p:nvPr/>
        </p:nvPicPr>
        <p:blipFill rotWithShape="1">
          <a:blip r:embed="rId3">
            <a:alphaModFix/>
          </a:blip>
          <a:srcRect b="0" l="0" r="0" t="0"/>
          <a:stretch/>
        </p:blipFill>
        <p:spPr>
          <a:xfrm>
            <a:off x="7968208" y="2888302"/>
            <a:ext cx="3960441" cy="3960442"/>
          </a:xfrm>
          <a:prstGeom prst="rect">
            <a:avLst/>
          </a:prstGeom>
          <a:noFill/>
          <a:ln>
            <a:noFill/>
          </a:ln>
        </p:spPr>
      </p:pic>
      <p:sp>
        <p:nvSpPr>
          <p:cNvPr id="52" name="Google Shape;52;p11"/>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pic>
        <p:nvPicPr>
          <p:cNvPr descr="Picture 6" id="57" name="Google Shape;57;p12"/>
          <p:cNvPicPr preferRelativeResize="0"/>
          <p:nvPr/>
        </p:nvPicPr>
        <p:blipFill rotWithShape="1">
          <a:blip r:embed="rId3">
            <a:alphaModFix/>
          </a:blip>
          <a:srcRect b="0" l="0" r="0" t="0"/>
          <a:stretch/>
        </p:blipFill>
        <p:spPr>
          <a:xfrm>
            <a:off x="8077200" y="2743200"/>
            <a:ext cx="4114800" cy="4114800"/>
          </a:xfrm>
          <a:prstGeom prst="rect">
            <a:avLst/>
          </a:prstGeom>
          <a:noFill/>
          <a:ln>
            <a:noFill/>
          </a:ln>
        </p:spPr>
      </p:pic>
      <p:sp>
        <p:nvSpPr>
          <p:cNvPr id="58" name="Google Shape;58;p12"/>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lang="de-DE"/>
              <a:t>The very first computer bug</a:t>
            </a:r>
            <a:endParaRPr/>
          </a:p>
        </p:txBody>
      </p:sp>
      <p:sp>
        <p:nvSpPr>
          <p:cNvPr id="59" name="Google Shape;59;p12"/>
          <p:cNvSpPr txBox="1"/>
          <p:nvPr>
            <p:ph idx="1" type="body"/>
          </p:nvPr>
        </p:nvSpPr>
        <p:spPr>
          <a:xfrm>
            <a:off x="838200" y="1484783"/>
            <a:ext cx="10515600" cy="4692181"/>
          </a:xfrm>
          <a:prstGeom prst="rect">
            <a:avLst/>
          </a:prstGeom>
          <a:noFill/>
          <a:ln>
            <a:noFill/>
          </a:ln>
        </p:spPr>
        <p:txBody>
          <a:bodyPr anchorCtr="0" anchor="t" bIns="45700" lIns="45700" spcFirstLastPara="1" rIns="45700" wrap="square" tIns="45700">
            <a:normAutofit/>
          </a:bodyPr>
          <a:lstStyle/>
          <a:p>
            <a:pPr indent="0" lvl="0" marL="0" rtl="0" algn="l">
              <a:lnSpc>
                <a:spcPct val="90000"/>
              </a:lnSpc>
              <a:spcBef>
                <a:spcPts val="0"/>
              </a:spcBef>
              <a:spcAft>
                <a:spcPts val="0"/>
              </a:spcAft>
              <a:buClr>
                <a:srgbClr val="000000"/>
              </a:buClr>
              <a:buSzPts val="2800"/>
              <a:buNone/>
            </a:pPr>
            <a:r>
              <a:rPr lang="de-DE"/>
              <a:t>Team around </a:t>
            </a:r>
            <a:r>
              <a:rPr b="1" lang="de-DE"/>
              <a:t>Grace Hopper</a:t>
            </a:r>
            <a:r>
              <a:rPr lang="de-DE"/>
              <a:t> at Harvard found a moth in their computer in 1947 in what is maybe the first description of a computer bug</a:t>
            </a:r>
            <a:endParaRPr/>
          </a:p>
        </p:txBody>
      </p:sp>
      <p:sp>
        <p:nvSpPr>
          <p:cNvPr id="60" name="Google Shape;60;p12"/>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pic>
        <p:nvPicPr>
          <p:cNvPr id="61" name="Google Shape;61;p12"/>
          <p:cNvPicPr preferRelativeResize="0"/>
          <p:nvPr/>
        </p:nvPicPr>
        <p:blipFill rotWithShape="1">
          <a:blip r:embed="rId4">
            <a:alphaModFix/>
          </a:blip>
          <a:srcRect b="0" l="0" r="0" t="0"/>
          <a:stretch/>
        </p:blipFill>
        <p:spPr>
          <a:xfrm>
            <a:off x="5081032" y="2768209"/>
            <a:ext cx="3347663" cy="2781670"/>
          </a:xfrm>
          <a:prstGeom prst="rect">
            <a:avLst/>
          </a:prstGeom>
          <a:noFill/>
          <a:ln>
            <a:noFill/>
          </a:ln>
        </p:spPr>
      </p:pic>
      <p:pic>
        <p:nvPicPr>
          <p:cNvPr id="62" name="Google Shape;62;p12"/>
          <p:cNvPicPr preferRelativeResize="0"/>
          <p:nvPr/>
        </p:nvPicPr>
        <p:blipFill rotWithShape="1">
          <a:blip r:embed="rId5">
            <a:alphaModFix/>
          </a:blip>
          <a:srcRect b="0" l="0" r="0" t="0"/>
          <a:stretch/>
        </p:blipFill>
        <p:spPr>
          <a:xfrm>
            <a:off x="984402" y="2796951"/>
            <a:ext cx="4038265" cy="2752928"/>
          </a:xfrm>
          <a:prstGeom prst="rect">
            <a:avLst/>
          </a:prstGeom>
          <a:noFill/>
          <a:ln>
            <a:noFill/>
          </a:ln>
        </p:spPr>
      </p:pic>
      <p:sp>
        <p:nvSpPr>
          <p:cNvPr id="63" name="Google Shape;63;p12"/>
          <p:cNvSpPr txBox="1"/>
          <p:nvPr/>
        </p:nvSpPr>
        <p:spPr>
          <a:xfrm>
            <a:off x="4084319" y="6400413"/>
            <a:ext cx="4023362" cy="276999"/>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64" name="Google Shape;64;p12"/>
          <p:cNvSpPr txBox="1"/>
          <p:nvPr/>
        </p:nvSpPr>
        <p:spPr>
          <a:xfrm>
            <a:off x="883919" y="6400413"/>
            <a:ext cx="2651762" cy="276999"/>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descr="Picture 4" id="69" name="Google Shape;69;p13"/>
          <p:cNvPicPr preferRelativeResize="0"/>
          <p:nvPr/>
        </p:nvPicPr>
        <p:blipFill rotWithShape="1">
          <a:blip r:embed="rId3">
            <a:alphaModFix/>
          </a:blip>
          <a:srcRect b="0" l="0" r="0" t="0"/>
          <a:stretch/>
        </p:blipFill>
        <p:spPr>
          <a:xfrm>
            <a:off x="9341076" y="3933054"/>
            <a:ext cx="2560188" cy="2560188"/>
          </a:xfrm>
          <a:prstGeom prst="rect">
            <a:avLst/>
          </a:prstGeom>
          <a:noFill/>
          <a:ln>
            <a:noFill/>
          </a:ln>
        </p:spPr>
      </p:pic>
      <p:sp>
        <p:nvSpPr>
          <p:cNvPr id="70" name="Google Shape;70;p13"/>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lang="de-DE"/>
              <a:t>Debugging and the agile development cycle</a:t>
            </a:r>
            <a:endParaRPr/>
          </a:p>
        </p:txBody>
      </p:sp>
      <p:sp>
        <p:nvSpPr>
          <p:cNvPr id="71" name="Google Shape;71;p13"/>
          <p:cNvSpPr txBox="1"/>
          <p:nvPr>
            <p:ph idx="1" type="body"/>
          </p:nvPr>
        </p:nvSpPr>
        <p:spPr>
          <a:xfrm>
            <a:off x="983431" y="1484783"/>
            <a:ext cx="8642100" cy="4692300"/>
          </a:xfrm>
          <a:prstGeom prst="rect">
            <a:avLst/>
          </a:prstGeom>
          <a:noFill/>
          <a:ln>
            <a:noFill/>
          </a:ln>
        </p:spPr>
        <p:txBody>
          <a:bodyPr anchorCtr="0" anchor="t" bIns="45700" lIns="45700" spcFirstLastPara="1" rIns="45700" wrap="square" tIns="45700">
            <a:normAutofit/>
          </a:bodyPr>
          <a:lstStyle/>
          <a:p>
            <a:pPr indent="-228600" lvl="0" marL="228600" rtl="0" algn="l">
              <a:lnSpc>
                <a:spcPct val="90000"/>
              </a:lnSpc>
              <a:spcBef>
                <a:spcPts val="0"/>
              </a:spcBef>
              <a:spcAft>
                <a:spcPts val="0"/>
              </a:spcAft>
              <a:buClr>
                <a:srgbClr val="000000"/>
              </a:buClr>
              <a:buSzPts val="2800"/>
              <a:buChar char="•"/>
            </a:pPr>
            <a:r>
              <a:rPr lang="de-DE"/>
              <a:t>By writing tests, you </a:t>
            </a:r>
            <a:r>
              <a:rPr i="1" lang="de-DE"/>
              <a:t>anticipate</a:t>
            </a:r>
            <a:r>
              <a:rPr lang="de-DE"/>
              <a:t> the bugs</a:t>
            </a:r>
            <a:endParaRPr/>
          </a:p>
          <a:p>
            <a:pPr indent="-228600" lvl="0" marL="228600" rtl="0" algn="l">
              <a:lnSpc>
                <a:spcPct val="90000"/>
              </a:lnSpc>
              <a:spcBef>
                <a:spcPts val="1000"/>
              </a:spcBef>
              <a:spcAft>
                <a:spcPts val="0"/>
              </a:spcAft>
              <a:buClr>
                <a:srgbClr val="000000"/>
              </a:buClr>
              <a:buSzPts val="2800"/>
              <a:buChar char="•"/>
            </a:pPr>
            <a:r>
              <a:rPr lang="de-DE"/>
              <a:t>Your test cases </a:t>
            </a:r>
            <a:r>
              <a:rPr i="1" lang="de-DE"/>
              <a:t>should already</a:t>
            </a:r>
            <a:r>
              <a:rPr lang="de-DE"/>
              <a:t> exclude a big portion of the possible causes</a:t>
            </a:r>
            <a:endParaRPr/>
          </a:p>
          <a:p>
            <a:pPr indent="0" lvl="0" marL="0" rtl="0" algn="l">
              <a:lnSpc>
                <a:spcPct val="90000"/>
              </a:lnSpc>
              <a:spcBef>
                <a:spcPts val="1000"/>
              </a:spcBef>
              <a:spcAft>
                <a:spcPts val="0"/>
              </a:spcAft>
              <a:buClr>
                <a:srgbClr val="000000"/>
              </a:buClr>
              <a:buSzPts val="2800"/>
              <a:buNone/>
            </a:pPr>
            <a:r>
              <a:t/>
            </a:r>
            <a:endParaRPr/>
          </a:p>
        </p:txBody>
      </p:sp>
      <p:sp>
        <p:nvSpPr>
          <p:cNvPr id="72" name="Google Shape;72;p13"/>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sp>
        <p:nvSpPr>
          <p:cNvPr id="73" name="Google Shape;73;p13"/>
          <p:cNvSpPr txBox="1"/>
          <p:nvPr/>
        </p:nvSpPr>
        <p:spPr>
          <a:xfrm>
            <a:off x="4084319" y="6400413"/>
            <a:ext cx="4023362" cy="276999"/>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74" name="Google Shape;74;p13"/>
          <p:cNvSpPr txBox="1"/>
          <p:nvPr/>
        </p:nvSpPr>
        <p:spPr>
          <a:xfrm>
            <a:off x="883919" y="6400413"/>
            <a:ext cx="2651700" cy="276900"/>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descr="Picture 4" id="79" name="Google Shape;79;p14"/>
          <p:cNvPicPr preferRelativeResize="0"/>
          <p:nvPr/>
        </p:nvPicPr>
        <p:blipFill rotWithShape="1">
          <a:blip r:embed="rId3">
            <a:alphaModFix/>
          </a:blip>
          <a:srcRect b="0" l="0" r="0" t="0"/>
          <a:stretch/>
        </p:blipFill>
        <p:spPr>
          <a:xfrm>
            <a:off x="9341076" y="3933054"/>
            <a:ext cx="2560187" cy="2560187"/>
          </a:xfrm>
          <a:prstGeom prst="rect">
            <a:avLst/>
          </a:prstGeom>
          <a:noFill/>
          <a:ln>
            <a:noFill/>
          </a:ln>
        </p:spPr>
      </p:pic>
      <p:sp>
        <p:nvSpPr>
          <p:cNvPr id="80" name="Google Shape;80;p14"/>
          <p:cNvSpPr txBox="1"/>
          <p:nvPr>
            <p:ph type="title"/>
          </p:nvPr>
        </p:nvSpPr>
        <p:spPr>
          <a:xfrm>
            <a:off x="838200" y="365125"/>
            <a:ext cx="10515600" cy="903600"/>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lang="de-DE"/>
              <a:t>Debugging and the agile development cycle</a:t>
            </a:r>
            <a:endParaRPr/>
          </a:p>
        </p:txBody>
      </p:sp>
      <p:sp>
        <p:nvSpPr>
          <p:cNvPr id="81" name="Google Shape;81;p14"/>
          <p:cNvSpPr txBox="1"/>
          <p:nvPr>
            <p:ph idx="1" type="body"/>
          </p:nvPr>
        </p:nvSpPr>
        <p:spPr>
          <a:xfrm>
            <a:off x="983431" y="1484783"/>
            <a:ext cx="8642100" cy="4692300"/>
          </a:xfrm>
          <a:prstGeom prst="rect">
            <a:avLst/>
          </a:prstGeom>
          <a:noFill/>
          <a:ln>
            <a:noFill/>
          </a:ln>
        </p:spPr>
        <p:txBody>
          <a:bodyPr anchorCtr="0" anchor="t" bIns="45700" lIns="45700" spcFirstLastPara="1" rIns="45700" wrap="square" tIns="45700">
            <a:normAutofit/>
          </a:bodyPr>
          <a:lstStyle/>
          <a:p>
            <a:pPr indent="-228600" lvl="0" marL="228600" rtl="0" algn="l">
              <a:lnSpc>
                <a:spcPct val="90000"/>
              </a:lnSpc>
              <a:spcBef>
                <a:spcPts val="0"/>
              </a:spcBef>
              <a:spcAft>
                <a:spcPts val="0"/>
              </a:spcAft>
              <a:buClr>
                <a:srgbClr val="000000"/>
              </a:buClr>
              <a:buSzPts val="2800"/>
              <a:buChar char="•"/>
            </a:pPr>
            <a:r>
              <a:rPr lang="de-DE"/>
              <a:t>By writing tests, you </a:t>
            </a:r>
            <a:r>
              <a:rPr i="1" lang="de-DE"/>
              <a:t>anticipate</a:t>
            </a:r>
            <a:r>
              <a:rPr lang="de-DE"/>
              <a:t> the bugs</a:t>
            </a:r>
            <a:endParaRPr/>
          </a:p>
          <a:p>
            <a:pPr indent="-228600" lvl="0" marL="228600" rtl="0" algn="l">
              <a:lnSpc>
                <a:spcPct val="90000"/>
              </a:lnSpc>
              <a:spcBef>
                <a:spcPts val="1000"/>
              </a:spcBef>
              <a:spcAft>
                <a:spcPts val="0"/>
              </a:spcAft>
              <a:buClr>
                <a:srgbClr val="000000"/>
              </a:buClr>
              <a:buSzPts val="2800"/>
              <a:buChar char="•"/>
            </a:pPr>
            <a:r>
              <a:rPr lang="de-DE"/>
              <a:t>Your test cases </a:t>
            </a:r>
            <a:r>
              <a:rPr i="1" lang="de-DE"/>
              <a:t>should already</a:t>
            </a:r>
            <a:r>
              <a:rPr lang="de-DE"/>
              <a:t> exclude a big portion of the possible causes</a:t>
            </a:r>
            <a:endParaRPr/>
          </a:p>
          <a:p>
            <a:pPr indent="0" lvl="0" marL="0" rtl="0" algn="l">
              <a:lnSpc>
                <a:spcPct val="90000"/>
              </a:lnSpc>
              <a:spcBef>
                <a:spcPts val="1000"/>
              </a:spcBef>
              <a:spcAft>
                <a:spcPts val="0"/>
              </a:spcAft>
              <a:buClr>
                <a:srgbClr val="000000"/>
              </a:buClr>
              <a:buSzPts val="2800"/>
              <a:buNone/>
            </a:pPr>
            <a:r>
              <a:t/>
            </a:r>
            <a:endParaRPr/>
          </a:p>
        </p:txBody>
      </p:sp>
      <p:sp>
        <p:nvSpPr>
          <p:cNvPr id="82" name="Google Shape;82;p14"/>
          <p:cNvSpPr txBox="1"/>
          <p:nvPr>
            <p:ph idx="12" type="sldNum"/>
          </p:nvPr>
        </p:nvSpPr>
        <p:spPr>
          <a:xfrm>
            <a:off x="11172418" y="6414760"/>
            <a:ext cx="181500" cy="276900"/>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sp>
        <p:nvSpPr>
          <p:cNvPr id="83" name="Google Shape;83;p14"/>
          <p:cNvSpPr txBox="1"/>
          <p:nvPr/>
        </p:nvSpPr>
        <p:spPr>
          <a:xfrm>
            <a:off x="4084319" y="6400413"/>
            <a:ext cx="4023300" cy="276900"/>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84" name="Google Shape;84;p14"/>
          <p:cNvSpPr txBox="1"/>
          <p:nvPr/>
        </p:nvSpPr>
        <p:spPr>
          <a:xfrm>
            <a:off x="883919" y="6400413"/>
            <a:ext cx="2651700" cy="276900"/>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pic>
        <p:nvPicPr>
          <p:cNvPr id="85" name="Google Shape;85;p14"/>
          <p:cNvPicPr preferRelativeResize="0"/>
          <p:nvPr/>
        </p:nvPicPr>
        <p:blipFill>
          <a:blip r:embed="rId4">
            <a:alphaModFix/>
          </a:blip>
          <a:stretch>
            <a:fillRect/>
          </a:stretch>
        </p:blipFill>
        <p:spPr>
          <a:xfrm>
            <a:off x="1172725" y="3158275"/>
            <a:ext cx="4551466" cy="25602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5"/>
          <p:cNvSpPr txBox="1"/>
          <p:nvPr/>
        </p:nvSpPr>
        <p:spPr>
          <a:xfrm>
            <a:off x="4084319" y="6400413"/>
            <a:ext cx="4023362" cy="276999"/>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91" name="Google Shape;91;p15"/>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lang="de-DE"/>
              <a:t>Debugging and the agile development cycle</a:t>
            </a:r>
            <a:endParaRPr/>
          </a:p>
        </p:txBody>
      </p:sp>
      <p:sp>
        <p:nvSpPr>
          <p:cNvPr id="92" name="Google Shape;92;p15"/>
          <p:cNvSpPr txBox="1"/>
          <p:nvPr/>
        </p:nvSpPr>
        <p:spPr>
          <a:xfrm>
            <a:off x="883919" y="6400413"/>
            <a:ext cx="2651762" cy="276999"/>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sp>
        <p:nvSpPr>
          <p:cNvPr id="93" name="Google Shape;93;p15"/>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grpSp>
        <p:nvGrpSpPr>
          <p:cNvPr id="94" name="Google Shape;94;p15"/>
          <p:cNvGrpSpPr/>
          <p:nvPr/>
        </p:nvGrpSpPr>
        <p:grpSpPr>
          <a:xfrm>
            <a:off x="1919536" y="1298321"/>
            <a:ext cx="4680530" cy="4823954"/>
            <a:chOff x="0" y="0"/>
            <a:chExt cx="4680530" cy="4823953"/>
          </a:xfrm>
        </p:grpSpPr>
        <p:grpSp>
          <p:nvGrpSpPr>
            <p:cNvPr id="95" name="Google Shape;95;p15"/>
            <p:cNvGrpSpPr/>
            <p:nvPr/>
          </p:nvGrpSpPr>
          <p:grpSpPr>
            <a:xfrm>
              <a:off x="829242" y="0"/>
              <a:ext cx="3851287" cy="4823953"/>
              <a:chOff x="0" y="0"/>
              <a:chExt cx="3851286" cy="4823952"/>
            </a:xfrm>
          </p:grpSpPr>
          <p:grpSp>
            <p:nvGrpSpPr>
              <p:cNvPr id="96" name="Google Shape;96;p15"/>
              <p:cNvGrpSpPr/>
              <p:nvPr/>
            </p:nvGrpSpPr>
            <p:grpSpPr>
              <a:xfrm>
                <a:off x="34855" y="0"/>
                <a:ext cx="3781574" cy="682931"/>
                <a:chOff x="0" y="0"/>
                <a:chExt cx="3781572" cy="682930"/>
              </a:xfrm>
            </p:grpSpPr>
            <p:sp>
              <p:nvSpPr>
                <p:cNvPr id="97" name="Google Shape;97;p15"/>
                <p:cNvSpPr/>
                <p:nvPr/>
              </p:nvSpPr>
              <p:spPr>
                <a:xfrm>
                  <a:off x="0" y="0"/>
                  <a:ext cx="3781572" cy="682930"/>
                </a:xfrm>
                <a:prstGeom prst="roundRect">
                  <a:avLst>
                    <a:gd fmla="val 10000" name="adj"/>
                  </a:avLst>
                </a:prstGeom>
                <a:solidFill>
                  <a:srgbClr val="FFFFFF"/>
                </a:solidFill>
                <a:ln cap="flat" cmpd="sng" w="38100">
                  <a:solidFill>
                    <a:schemeClr val="dk2"/>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chemeClr val="dk2"/>
                    </a:solidFill>
                    <a:latin typeface="Calibri"/>
                    <a:ea typeface="Calibri"/>
                    <a:cs typeface="Calibri"/>
                    <a:sym typeface="Calibri"/>
                  </a:endParaRPr>
                </a:p>
              </p:txBody>
            </p:sp>
            <p:sp>
              <p:nvSpPr>
                <p:cNvPr id="98" name="Google Shape;98;p15"/>
                <p:cNvSpPr txBox="1"/>
                <p:nvPr/>
              </p:nvSpPr>
              <p:spPr>
                <a:xfrm>
                  <a:off x="20002" y="82934"/>
                  <a:ext cx="3741568" cy="517062"/>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chemeClr val="dk2"/>
                    </a:buClr>
                    <a:buSzPts val="2400"/>
                    <a:buFont typeface="Calibri"/>
                    <a:buNone/>
                  </a:pPr>
                  <a:r>
                    <a:rPr b="0" i="0" lang="de-DE" sz="2400" u="none" cap="none" strike="noStrike">
                      <a:solidFill>
                        <a:schemeClr val="dk2"/>
                      </a:solidFill>
                      <a:latin typeface="Calibri"/>
                      <a:ea typeface="Calibri"/>
                      <a:cs typeface="Calibri"/>
                      <a:sym typeface="Calibri"/>
                    </a:rPr>
                    <a:t>Pick your next feature</a:t>
                  </a:r>
                  <a:endParaRPr/>
                </a:p>
              </p:txBody>
            </p:sp>
          </p:grpSp>
          <p:sp>
            <p:nvSpPr>
              <p:cNvPr id="99" name="Google Shape;99;p15"/>
              <p:cNvSpPr/>
              <p:nvPr/>
            </p:nvSpPr>
            <p:spPr>
              <a:xfrm rot="5400000">
                <a:off x="1797593" y="700003"/>
                <a:ext cx="256099" cy="307319"/>
              </a:xfrm>
              <a:prstGeom prst="rightArrow">
                <a:avLst>
                  <a:gd fmla="val 60000" name="adj1"/>
                  <a:gd fmla="val 50000" name="adj2"/>
                </a:avLst>
              </a:prstGeom>
              <a:solidFill>
                <a:srgbClr val="FFFFFF"/>
              </a:solidFill>
              <a:ln cap="flat" cmpd="sng" w="38100">
                <a:solidFill>
                  <a:schemeClr val="dk2"/>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100" name="Google Shape;100;p15"/>
              <p:cNvSpPr/>
              <p:nvPr/>
            </p:nvSpPr>
            <p:spPr>
              <a:xfrm>
                <a:off x="0" y="1024393"/>
                <a:ext cx="3851286" cy="682932"/>
              </a:xfrm>
              <a:prstGeom prst="roundRect">
                <a:avLst>
                  <a:gd fmla="val 10000" name="adj"/>
                </a:avLst>
              </a:prstGeom>
              <a:solidFill>
                <a:srgbClr val="FFFFFF"/>
              </a:solidFill>
              <a:ln cap="flat" cmpd="sng" w="38100">
                <a:solidFill>
                  <a:schemeClr val="dk2"/>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chemeClr val="dk2"/>
                  </a:buClr>
                  <a:buSzPts val="2400"/>
                  <a:buFont typeface="Calibri"/>
                  <a:buNone/>
                </a:pPr>
                <a:r>
                  <a:rPr b="0" i="0" lang="de-DE" sz="2400" u="none" cap="none" strike="noStrike">
                    <a:solidFill>
                      <a:schemeClr val="dk2"/>
                    </a:solidFill>
                    <a:latin typeface="Calibri"/>
                    <a:ea typeface="Calibri"/>
                    <a:cs typeface="Calibri"/>
                    <a:sym typeface="Calibri"/>
                  </a:rPr>
                  <a:t>Write tests </a:t>
                </a:r>
                <a:br>
                  <a:rPr b="0" i="0" lang="de-DE" sz="2400" u="none" cap="none" strike="noStrike">
                    <a:solidFill>
                      <a:schemeClr val="dk2"/>
                    </a:solidFill>
                    <a:latin typeface="Calibri"/>
                    <a:ea typeface="Calibri"/>
                    <a:cs typeface="Calibri"/>
                    <a:sym typeface="Calibri"/>
                  </a:rPr>
                </a:br>
                <a:r>
                  <a:rPr b="0" i="0" lang="de-DE" sz="2000" u="none" cap="none" strike="noStrike">
                    <a:solidFill>
                      <a:schemeClr val="dk2"/>
                    </a:solidFill>
                    <a:latin typeface="Calibri"/>
                    <a:ea typeface="Calibri"/>
                    <a:cs typeface="Calibri"/>
                    <a:sym typeface="Calibri"/>
                  </a:rPr>
                  <a:t>to check that feature works </a:t>
                </a:r>
                <a:endParaRPr/>
              </a:p>
            </p:txBody>
          </p:sp>
          <p:sp>
            <p:nvSpPr>
              <p:cNvPr id="101" name="Google Shape;101;p15"/>
              <p:cNvSpPr/>
              <p:nvPr/>
            </p:nvSpPr>
            <p:spPr>
              <a:xfrm rot="5400000">
                <a:off x="1797593" y="1724397"/>
                <a:ext cx="256099" cy="307319"/>
              </a:xfrm>
              <a:prstGeom prst="rightArrow">
                <a:avLst>
                  <a:gd fmla="val 60000" name="adj1"/>
                  <a:gd fmla="val 50000" name="adj2"/>
                </a:avLst>
              </a:prstGeom>
              <a:solidFill>
                <a:srgbClr val="FFFFFF"/>
              </a:solidFill>
              <a:ln cap="flat" cmpd="sng" w="38100">
                <a:solidFill>
                  <a:schemeClr val="dk2"/>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grpSp>
            <p:nvGrpSpPr>
              <p:cNvPr id="102" name="Google Shape;102;p15"/>
              <p:cNvGrpSpPr/>
              <p:nvPr/>
            </p:nvGrpSpPr>
            <p:grpSpPr>
              <a:xfrm>
                <a:off x="15201" y="2005343"/>
                <a:ext cx="3820883" cy="769821"/>
                <a:chOff x="0" y="0"/>
                <a:chExt cx="3820881" cy="769819"/>
              </a:xfrm>
            </p:grpSpPr>
            <p:sp>
              <p:nvSpPr>
                <p:cNvPr id="103" name="Google Shape;103;p15"/>
                <p:cNvSpPr/>
                <p:nvPr/>
              </p:nvSpPr>
              <p:spPr>
                <a:xfrm>
                  <a:off x="0" y="43444"/>
                  <a:ext cx="3820881" cy="682930"/>
                </a:xfrm>
                <a:prstGeom prst="roundRect">
                  <a:avLst>
                    <a:gd fmla="val 10000" name="adj"/>
                  </a:avLst>
                </a:prstGeom>
                <a:solidFill>
                  <a:srgbClr val="FFFFFF"/>
                </a:solidFill>
                <a:ln cap="flat" cmpd="sng" w="38100">
                  <a:solidFill>
                    <a:srgbClr val="0ECC00"/>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104" name="Google Shape;104;p15"/>
                <p:cNvSpPr txBox="1"/>
                <p:nvPr/>
              </p:nvSpPr>
              <p:spPr>
                <a:xfrm>
                  <a:off x="20001" y="0"/>
                  <a:ext cx="3780878" cy="769819"/>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rgbClr val="000000"/>
                    </a:buClr>
                    <a:buSzPts val="2400"/>
                    <a:buFont typeface="Calibri"/>
                    <a:buNone/>
                  </a:pPr>
                  <a:r>
                    <a:rPr b="0" i="0" lang="de-DE" sz="2400" u="none" cap="none" strike="noStrike">
                      <a:solidFill>
                        <a:srgbClr val="000000"/>
                      </a:solidFill>
                      <a:latin typeface="Calibri"/>
                      <a:ea typeface="Calibri"/>
                      <a:cs typeface="Calibri"/>
                      <a:sym typeface="Calibri"/>
                    </a:rPr>
                    <a:t>Write simplest code </a:t>
                  </a:r>
                  <a:br>
                    <a:rPr b="0" i="0" lang="de-DE" sz="2400" u="none" cap="none" strike="noStrike">
                      <a:solidFill>
                        <a:srgbClr val="000000"/>
                      </a:solidFill>
                      <a:latin typeface="Calibri"/>
                      <a:ea typeface="Calibri"/>
                      <a:cs typeface="Calibri"/>
                      <a:sym typeface="Calibri"/>
                    </a:rPr>
                  </a:br>
                  <a:r>
                    <a:rPr b="0" i="0" lang="de-DE" sz="2000" u="none" cap="none" strike="noStrike">
                      <a:solidFill>
                        <a:srgbClr val="000000"/>
                      </a:solidFill>
                      <a:latin typeface="Calibri"/>
                      <a:ea typeface="Calibri"/>
                      <a:cs typeface="Calibri"/>
                      <a:sym typeface="Calibri"/>
                    </a:rPr>
                    <a:t>that makes tests pass</a:t>
                  </a:r>
                  <a:endParaRPr/>
                </a:p>
              </p:txBody>
            </p:sp>
          </p:grpSp>
          <p:sp>
            <p:nvSpPr>
              <p:cNvPr id="105" name="Google Shape;105;p15"/>
              <p:cNvSpPr/>
              <p:nvPr/>
            </p:nvSpPr>
            <p:spPr>
              <a:xfrm rot="5400000">
                <a:off x="1797593" y="2748791"/>
                <a:ext cx="256099" cy="307319"/>
              </a:xfrm>
              <a:prstGeom prst="rightArrow">
                <a:avLst>
                  <a:gd fmla="val 60000" name="adj1"/>
                  <a:gd fmla="val 50000" name="adj2"/>
                </a:avLst>
              </a:prstGeom>
              <a:solidFill>
                <a:srgbClr val="FFFFFF"/>
              </a:solidFill>
              <a:ln cap="flat" cmpd="sng" w="38100">
                <a:solidFill>
                  <a:srgbClr val="0ECC00"/>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grpSp>
            <p:nvGrpSpPr>
              <p:cNvPr id="106" name="Google Shape;106;p15"/>
              <p:cNvGrpSpPr/>
              <p:nvPr/>
            </p:nvGrpSpPr>
            <p:grpSpPr>
              <a:xfrm>
                <a:off x="15201" y="3029737"/>
                <a:ext cx="3820883" cy="769821"/>
                <a:chOff x="0" y="0"/>
                <a:chExt cx="3820881" cy="769819"/>
              </a:xfrm>
            </p:grpSpPr>
            <p:sp>
              <p:nvSpPr>
                <p:cNvPr id="107" name="Google Shape;107;p15"/>
                <p:cNvSpPr/>
                <p:nvPr/>
              </p:nvSpPr>
              <p:spPr>
                <a:xfrm>
                  <a:off x="0" y="43444"/>
                  <a:ext cx="3820881" cy="682930"/>
                </a:xfrm>
                <a:prstGeom prst="roundRect">
                  <a:avLst>
                    <a:gd fmla="val 10000" name="adj"/>
                  </a:avLst>
                </a:prstGeom>
                <a:solidFill>
                  <a:srgbClr val="FFFFFF"/>
                </a:solidFill>
                <a:ln cap="flat" cmpd="sng" w="38100">
                  <a:solidFill>
                    <a:srgbClr val="0ECC00"/>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108" name="Google Shape;108;p15"/>
                <p:cNvSpPr txBox="1"/>
                <p:nvPr/>
              </p:nvSpPr>
              <p:spPr>
                <a:xfrm>
                  <a:off x="20001" y="0"/>
                  <a:ext cx="3780878" cy="769819"/>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rgbClr val="000000"/>
                    </a:buClr>
                    <a:buSzPts val="2400"/>
                    <a:buFont typeface="Calibri"/>
                    <a:buNone/>
                  </a:pPr>
                  <a:r>
                    <a:rPr b="0" i="0" lang="de-DE" sz="2400" u="none" cap="none" strike="noStrike">
                      <a:solidFill>
                        <a:srgbClr val="000000"/>
                      </a:solidFill>
                      <a:latin typeface="Calibri"/>
                      <a:ea typeface="Calibri"/>
                      <a:cs typeface="Calibri"/>
                      <a:sym typeface="Calibri"/>
                    </a:rPr>
                    <a:t>Run tests and debug </a:t>
                  </a:r>
                  <a:br>
                    <a:rPr b="0" i="0" lang="de-DE" sz="2400" u="none" cap="none" strike="noStrike">
                      <a:solidFill>
                        <a:srgbClr val="000000"/>
                      </a:solidFill>
                      <a:latin typeface="Calibri"/>
                      <a:ea typeface="Calibri"/>
                      <a:cs typeface="Calibri"/>
                      <a:sym typeface="Calibri"/>
                    </a:rPr>
                  </a:br>
                  <a:r>
                    <a:rPr b="0" i="0" lang="de-DE" sz="2000" u="none" cap="none" strike="noStrike">
                      <a:solidFill>
                        <a:srgbClr val="000000"/>
                      </a:solidFill>
                      <a:latin typeface="Calibri"/>
                      <a:ea typeface="Calibri"/>
                      <a:cs typeface="Calibri"/>
                      <a:sym typeface="Calibri"/>
                    </a:rPr>
                    <a:t>until </a:t>
                  </a:r>
                  <a:r>
                    <a:rPr b="0" i="1" lang="de-DE" sz="2000" u="none" cap="none" strike="noStrike">
                      <a:solidFill>
                        <a:srgbClr val="000000"/>
                      </a:solidFill>
                      <a:latin typeface="Calibri"/>
                      <a:ea typeface="Calibri"/>
                      <a:cs typeface="Calibri"/>
                      <a:sym typeface="Calibri"/>
                    </a:rPr>
                    <a:t>all</a:t>
                  </a:r>
                  <a:r>
                    <a:rPr b="0" i="0" lang="de-DE" sz="2000" u="none" cap="none" strike="noStrike">
                      <a:solidFill>
                        <a:srgbClr val="000000"/>
                      </a:solidFill>
                      <a:latin typeface="Calibri"/>
                      <a:ea typeface="Calibri"/>
                      <a:cs typeface="Calibri"/>
                      <a:sym typeface="Calibri"/>
                    </a:rPr>
                    <a:t> tests pass</a:t>
                  </a:r>
                  <a:endParaRPr/>
                </a:p>
              </p:txBody>
            </p:sp>
          </p:grpSp>
          <p:sp>
            <p:nvSpPr>
              <p:cNvPr id="109" name="Google Shape;109;p15"/>
              <p:cNvSpPr/>
              <p:nvPr/>
            </p:nvSpPr>
            <p:spPr>
              <a:xfrm rot="5400000">
                <a:off x="1797593" y="3773185"/>
                <a:ext cx="256099" cy="307319"/>
              </a:xfrm>
              <a:prstGeom prst="rightArrow">
                <a:avLst>
                  <a:gd fmla="val 60000" name="adj1"/>
                  <a:gd fmla="val 50000" name="adj2"/>
                </a:avLst>
              </a:prstGeom>
              <a:solidFill>
                <a:srgbClr val="FFFFFF"/>
              </a:solidFill>
              <a:ln cap="flat" cmpd="sng" w="38100">
                <a:solidFill>
                  <a:srgbClr val="0ECC00"/>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grpSp>
            <p:nvGrpSpPr>
              <p:cNvPr id="110" name="Google Shape;110;p15"/>
              <p:cNvGrpSpPr/>
              <p:nvPr/>
            </p:nvGrpSpPr>
            <p:grpSpPr>
              <a:xfrm>
                <a:off x="15201" y="4054132"/>
                <a:ext cx="3820883" cy="769820"/>
                <a:chOff x="0" y="0"/>
                <a:chExt cx="3820881" cy="769819"/>
              </a:xfrm>
            </p:grpSpPr>
            <p:sp>
              <p:nvSpPr>
                <p:cNvPr id="111" name="Google Shape;111;p15"/>
                <p:cNvSpPr/>
                <p:nvPr/>
              </p:nvSpPr>
              <p:spPr>
                <a:xfrm>
                  <a:off x="0" y="43444"/>
                  <a:ext cx="3820881" cy="682930"/>
                </a:xfrm>
                <a:prstGeom prst="roundRect">
                  <a:avLst>
                    <a:gd fmla="val 10000" name="adj"/>
                  </a:avLst>
                </a:prstGeom>
                <a:solidFill>
                  <a:srgbClr val="FFFFFF"/>
                </a:solidFill>
                <a:ln cap="flat" cmpd="sng" w="38100">
                  <a:solidFill>
                    <a:srgbClr val="0ECC00"/>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112" name="Google Shape;112;p15"/>
                <p:cNvSpPr txBox="1"/>
                <p:nvPr/>
              </p:nvSpPr>
              <p:spPr>
                <a:xfrm>
                  <a:off x="20001" y="0"/>
                  <a:ext cx="3780878" cy="769819"/>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rgbClr val="000000"/>
                    </a:buClr>
                    <a:buSzPts val="2400"/>
                    <a:buFont typeface="Calibri"/>
                    <a:buNone/>
                  </a:pPr>
                  <a:r>
                    <a:rPr b="0" i="0" lang="de-DE" sz="2400" u="none" cap="none" strike="noStrike">
                      <a:solidFill>
                        <a:srgbClr val="000000"/>
                      </a:solidFill>
                      <a:latin typeface="Calibri"/>
                      <a:ea typeface="Calibri"/>
                      <a:cs typeface="Calibri"/>
                      <a:sym typeface="Calibri"/>
                    </a:rPr>
                    <a:t>Refactor and optimize </a:t>
                  </a:r>
                  <a:br>
                    <a:rPr b="0" i="0" lang="de-DE" sz="2400" u="none" cap="none" strike="noStrike">
                      <a:solidFill>
                        <a:srgbClr val="000000"/>
                      </a:solidFill>
                      <a:latin typeface="Calibri"/>
                      <a:ea typeface="Calibri"/>
                      <a:cs typeface="Calibri"/>
                      <a:sym typeface="Calibri"/>
                    </a:rPr>
                  </a:br>
                  <a:r>
                    <a:rPr b="0" i="0" lang="de-DE" sz="2000" u="none" cap="none" strike="noStrike">
                      <a:solidFill>
                        <a:srgbClr val="000000"/>
                      </a:solidFill>
                      <a:latin typeface="Calibri"/>
                      <a:ea typeface="Calibri"/>
                      <a:cs typeface="Calibri"/>
                      <a:sym typeface="Calibri"/>
                    </a:rPr>
                    <a:t>only if necessary</a:t>
                  </a:r>
                  <a:endParaRPr/>
                </a:p>
              </p:txBody>
            </p:sp>
          </p:grpSp>
        </p:grpSp>
        <p:sp>
          <p:nvSpPr>
            <p:cNvPr id="113" name="Google Shape;113;p15"/>
            <p:cNvSpPr/>
            <p:nvPr/>
          </p:nvSpPr>
          <p:spPr>
            <a:xfrm rot="-5400000">
              <a:off x="-1800201" y="1914656"/>
              <a:ext cx="4392490" cy="792089"/>
            </a:xfrm>
            <a:custGeom>
              <a:rect b="b" l="l" r="r" t="t"/>
              <a:pathLst>
                <a:path extrusionOk="0" h="21600" w="2160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cap="flat" cmpd="sng" w="38100">
              <a:solidFill>
                <a:schemeClr val="dk2"/>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800"/>
                <a:buFont typeface="Calibri"/>
                <a:buNone/>
              </a:pPr>
              <a:r>
                <a:t/>
              </a:r>
              <a:endParaRPr b="0" i="0" sz="1800" u="none" cap="none" strike="noStrike">
                <a:solidFill>
                  <a:schemeClr val="dk2"/>
                </a:solidFill>
                <a:latin typeface="Calibri"/>
                <a:ea typeface="Calibri"/>
                <a:cs typeface="Calibri"/>
                <a:sym typeface="Calibri"/>
              </a:endParaRPr>
            </a:p>
          </p:txBody>
        </p:sp>
      </p:grpSp>
      <p:sp>
        <p:nvSpPr>
          <p:cNvPr id="114" name="Google Shape;114;p15"/>
          <p:cNvSpPr/>
          <p:nvPr/>
        </p:nvSpPr>
        <p:spPr>
          <a:xfrm flipH="1" rot="5400000">
            <a:off x="6312024" y="4869160"/>
            <a:ext cx="1296145" cy="576065"/>
          </a:xfrm>
          <a:custGeom>
            <a:rect b="b" l="l" r="r" t="t"/>
            <a:pathLst>
              <a:path extrusionOk="0" h="21600" w="2160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cap="flat" cmpd="sng" w="38100">
            <a:solidFill>
              <a:schemeClr val="dk2"/>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800"/>
              <a:buFont typeface="Calibri"/>
              <a:buNone/>
            </a:pPr>
            <a:r>
              <a:t/>
            </a:r>
            <a:endParaRPr b="0" i="0" sz="1800" u="none" cap="none" strike="noStrike">
              <a:solidFill>
                <a:schemeClr val="dk2"/>
              </a:solidFill>
              <a:latin typeface="Calibri"/>
              <a:ea typeface="Calibri"/>
              <a:cs typeface="Calibri"/>
              <a:sym typeface="Calibri"/>
            </a:endParaRPr>
          </a:p>
        </p:txBody>
      </p:sp>
      <p:pic>
        <p:nvPicPr>
          <p:cNvPr descr="Picture 6" id="115" name="Google Shape;115;p15"/>
          <p:cNvPicPr preferRelativeResize="0"/>
          <p:nvPr/>
        </p:nvPicPr>
        <p:blipFill rotWithShape="1">
          <a:blip r:embed="rId3">
            <a:alphaModFix/>
          </a:blip>
          <a:srcRect b="0" l="0" r="0" t="0"/>
          <a:stretch/>
        </p:blipFill>
        <p:spPr>
          <a:xfrm flipH="1">
            <a:off x="9727702" y="4149080"/>
            <a:ext cx="2386137" cy="2386137"/>
          </a:xfrm>
          <a:prstGeom prst="rect">
            <a:avLst/>
          </a:prstGeom>
          <a:noFill/>
          <a:ln>
            <a:noFill/>
          </a:ln>
        </p:spPr>
      </p:pic>
      <p:sp>
        <p:nvSpPr>
          <p:cNvPr id="116" name="Google Shape;116;p15"/>
          <p:cNvSpPr txBox="1"/>
          <p:nvPr/>
        </p:nvSpPr>
        <p:spPr>
          <a:xfrm>
            <a:off x="7581880" y="4509120"/>
            <a:ext cx="2147705" cy="408941"/>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000000"/>
              </a:buClr>
              <a:buSzPts val="2100"/>
              <a:buFont typeface="Consolas"/>
              <a:buNone/>
            </a:pPr>
            <a:r>
              <a:rPr b="0" i="0" lang="de-DE" sz="2100" u="none" cap="none" strike="noStrike">
                <a:solidFill>
                  <a:srgbClr val="000000"/>
                </a:solidFill>
                <a:latin typeface="Consolas"/>
                <a:ea typeface="Consolas"/>
                <a:cs typeface="Consolas"/>
                <a:sym typeface="Consolas"/>
              </a:rPr>
              <a:t>pdb</a:t>
            </a:r>
            <a:endParaRPr b="0" i="0" sz="2100" u="none" cap="none" strike="noStrike">
              <a:solidFill>
                <a:srgbClr val="000000"/>
              </a:solidFill>
              <a:latin typeface="Consolas"/>
              <a:ea typeface="Consolas"/>
              <a:cs typeface="Consolas"/>
              <a:sym typeface="Consolas"/>
            </a:endParaRPr>
          </a:p>
        </p:txBody>
      </p:sp>
      <p:sp>
        <p:nvSpPr>
          <p:cNvPr id="117" name="Google Shape;117;p15"/>
          <p:cNvSpPr txBox="1"/>
          <p:nvPr/>
        </p:nvSpPr>
        <p:spPr>
          <a:xfrm>
            <a:off x="7581880" y="2420888"/>
            <a:ext cx="1778537" cy="408941"/>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D9D9D9"/>
              </a:buClr>
              <a:buSzPts val="2100"/>
              <a:buFont typeface="Consolas"/>
              <a:buNone/>
            </a:pPr>
            <a:r>
              <a:rPr b="0" i="0" lang="de-DE" sz="2100" u="none" cap="none" strike="noStrike">
                <a:solidFill>
                  <a:srgbClr val="D9D9D9"/>
                </a:solidFill>
                <a:latin typeface="Consolas"/>
                <a:ea typeface="Consolas"/>
                <a:cs typeface="Consolas"/>
                <a:sym typeface="Consolas"/>
              </a:rPr>
              <a:t>pytest</a:t>
            </a:r>
            <a:endParaRPr b="0" i="0" sz="2100" u="none" cap="none" strike="noStrike">
              <a:solidFill>
                <a:srgbClr val="D9D9D9"/>
              </a:solidFill>
              <a:latin typeface="Consolas"/>
              <a:ea typeface="Consolas"/>
              <a:cs typeface="Consolas"/>
              <a:sym typeface="Consolas"/>
            </a:endParaRPr>
          </a:p>
        </p:txBody>
      </p:sp>
      <p:sp>
        <p:nvSpPr>
          <p:cNvPr id="118" name="Google Shape;118;p15"/>
          <p:cNvSpPr txBox="1"/>
          <p:nvPr/>
        </p:nvSpPr>
        <p:spPr>
          <a:xfrm>
            <a:off x="7581880" y="5175484"/>
            <a:ext cx="2644865" cy="1043941"/>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D9D9D9"/>
              </a:buClr>
              <a:buSzPts val="2100"/>
              <a:buFont typeface="Consolas"/>
              <a:buNone/>
            </a:pPr>
            <a:r>
              <a:rPr b="0" i="0" lang="de-DE" sz="2100" u="none" cap="none" strike="noStrike">
                <a:solidFill>
                  <a:srgbClr val="D9D9D9"/>
                </a:solidFill>
                <a:latin typeface="Consolas"/>
                <a:ea typeface="Consolas"/>
                <a:cs typeface="Consolas"/>
                <a:sym typeface="Consolas"/>
              </a:rPr>
              <a:t>timeit</a:t>
            </a:r>
            <a:endParaRPr/>
          </a:p>
          <a:p>
            <a:pPr indent="0" lvl="0" marL="0" marR="0" rtl="0" algn="l">
              <a:lnSpc>
                <a:spcPct val="100000"/>
              </a:lnSpc>
              <a:spcBef>
                <a:spcPts val="0"/>
              </a:spcBef>
              <a:spcAft>
                <a:spcPts val="0"/>
              </a:spcAft>
              <a:buClr>
                <a:srgbClr val="D9D9D9"/>
              </a:buClr>
              <a:buSzPts val="2100"/>
              <a:buFont typeface="Consolas"/>
              <a:buNone/>
            </a:pPr>
            <a:r>
              <a:rPr b="0" i="0" lang="de-DE" sz="2100" u="none" cap="none" strike="noStrike">
                <a:solidFill>
                  <a:srgbClr val="D9D9D9"/>
                </a:solidFill>
                <a:latin typeface="Consolas"/>
                <a:ea typeface="Consolas"/>
                <a:cs typeface="Consolas"/>
                <a:sym typeface="Consolas"/>
              </a:rPr>
              <a:t>cProfile</a:t>
            </a:r>
            <a:endParaRPr/>
          </a:p>
          <a:p>
            <a:pPr indent="0" lvl="0" marL="0" marR="0" rtl="0" algn="l">
              <a:lnSpc>
                <a:spcPct val="100000"/>
              </a:lnSpc>
              <a:spcBef>
                <a:spcPts val="0"/>
              </a:spcBef>
              <a:spcAft>
                <a:spcPts val="0"/>
              </a:spcAft>
              <a:buClr>
                <a:srgbClr val="D9D9D9"/>
              </a:buClr>
              <a:buSzPts val="2100"/>
              <a:buFont typeface="Consolas"/>
              <a:buNone/>
            </a:pPr>
            <a:r>
              <a:rPr b="0" i="0" lang="de-DE" sz="2100" u="none" cap="none" strike="noStrike">
                <a:solidFill>
                  <a:srgbClr val="D9D9D9"/>
                </a:solidFill>
                <a:latin typeface="Consolas"/>
                <a:ea typeface="Consolas"/>
                <a:cs typeface="Consolas"/>
                <a:sym typeface="Consolas"/>
              </a:rPr>
              <a:t>line_profiler</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16"/>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lang="de-DE"/>
              <a:t>Debugging and the agile development cycle</a:t>
            </a:r>
            <a:endParaRPr/>
          </a:p>
        </p:txBody>
      </p:sp>
      <p:sp>
        <p:nvSpPr>
          <p:cNvPr id="124" name="Google Shape;124;p16"/>
          <p:cNvSpPr txBox="1"/>
          <p:nvPr>
            <p:ph idx="1" type="body"/>
          </p:nvPr>
        </p:nvSpPr>
        <p:spPr>
          <a:xfrm>
            <a:off x="838200" y="1484783"/>
            <a:ext cx="10515600" cy="4692181"/>
          </a:xfrm>
          <a:prstGeom prst="rect">
            <a:avLst/>
          </a:prstGeom>
          <a:noFill/>
          <a:ln>
            <a:noFill/>
          </a:ln>
        </p:spPr>
        <p:txBody>
          <a:bodyPr anchorCtr="0" anchor="t" bIns="45700" lIns="45700" spcFirstLastPara="1" rIns="45700" wrap="square" tIns="45700">
            <a:normAutofit/>
          </a:bodyPr>
          <a:lstStyle/>
          <a:p>
            <a:pPr indent="-514350" lvl="0" marL="514350" rtl="0" algn="l">
              <a:lnSpc>
                <a:spcPct val="90000"/>
              </a:lnSpc>
              <a:spcBef>
                <a:spcPts val="0"/>
              </a:spcBef>
              <a:spcAft>
                <a:spcPts val="0"/>
              </a:spcAft>
              <a:buClr>
                <a:srgbClr val="000000"/>
              </a:buClr>
              <a:buSzPts val="2800"/>
              <a:buFont typeface="Calibri"/>
              <a:buAutoNum type="arabicPeriod"/>
            </a:pPr>
            <a:r>
              <a:rPr lang="de-DE"/>
              <a:t>Add a test that matches the behavior you expect. It will fail and reproduce the bug</a:t>
            </a:r>
            <a:endParaRPr/>
          </a:p>
          <a:p>
            <a:pPr indent="-514350" lvl="0" marL="514350" rtl="0" algn="l">
              <a:lnSpc>
                <a:spcPct val="90000"/>
              </a:lnSpc>
              <a:spcBef>
                <a:spcPts val="1000"/>
              </a:spcBef>
              <a:spcAft>
                <a:spcPts val="0"/>
              </a:spcAft>
              <a:buClr>
                <a:srgbClr val="000000"/>
              </a:buClr>
              <a:buSzPts val="2800"/>
              <a:buFont typeface="Calibri"/>
              <a:buAutoNum type="arabicPeriod"/>
            </a:pPr>
            <a:r>
              <a:rPr i="1" lang="de-DE"/>
              <a:t>Debug and fix the the bug</a:t>
            </a:r>
            <a:endParaRPr i="1"/>
          </a:p>
          <a:p>
            <a:pPr indent="-514350" lvl="0" marL="514350" rtl="0" algn="l">
              <a:lnSpc>
                <a:spcPct val="90000"/>
              </a:lnSpc>
              <a:spcBef>
                <a:spcPts val="1000"/>
              </a:spcBef>
              <a:spcAft>
                <a:spcPts val="0"/>
              </a:spcAft>
              <a:buClr>
                <a:srgbClr val="000000"/>
              </a:buClr>
              <a:buSzPts val="2800"/>
              <a:buFont typeface="Calibri"/>
              <a:buAutoNum type="arabicPeriod"/>
            </a:pPr>
            <a:r>
              <a:rPr lang="de-DE"/>
              <a:t>Run the tests until they all pass (go back to 2 if necessary)</a:t>
            </a:r>
            <a:endParaRPr/>
          </a:p>
          <a:p>
            <a:pPr indent="-336550" lvl="0" marL="514350" rtl="0" algn="l">
              <a:lnSpc>
                <a:spcPct val="90000"/>
              </a:lnSpc>
              <a:spcBef>
                <a:spcPts val="1000"/>
              </a:spcBef>
              <a:spcAft>
                <a:spcPts val="0"/>
              </a:spcAft>
              <a:buClr>
                <a:srgbClr val="000000"/>
              </a:buClr>
              <a:buSzPts val="2800"/>
              <a:buFont typeface="Calibri"/>
              <a:buNone/>
            </a:pPr>
            <a:r>
              <a:t/>
            </a:r>
            <a:endParaRPr/>
          </a:p>
          <a:p>
            <a:pPr indent="0" lvl="0" marL="0" rtl="0" algn="l">
              <a:lnSpc>
                <a:spcPct val="90000"/>
              </a:lnSpc>
              <a:spcBef>
                <a:spcPts val="1000"/>
              </a:spcBef>
              <a:spcAft>
                <a:spcPts val="0"/>
              </a:spcAft>
              <a:buNone/>
            </a:pPr>
            <a:r>
              <a:rPr b="1" lang="de-DE"/>
              <a:t>Now your bug is fixed *and* it will never occur again! (:</a:t>
            </a:r>
            <a:endParaRPr/>
          </a:p>
        </p:txBody>
      </p:sp>
      <p:sp>
        <p:nvSpPr>
          <p:cNvPr id="125" name="Google Shape;125;p16"/>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pic>
        <p:nvPicPr>
          <p:cNvPr descr="Picture 4" id="126" name="Google Shape;126;p16"/>
          <p:cNvPicPr preferRelativeResize="0"/>
          <p:nvPr/>
        </p:nvPicPr>
        <p:blipFill rotWithShape="1">
          <a:blip r:embed="rId3">
            <a:alphaModFix/>
          </a:blip>
          <a:srcRect b="0" l="0" r="0" t="0"/>
          <a:stretch/>
        </p:blipFill>
        <p:spPr>
          <a:xfrm>
            <a:off x="9152556" y="3813931"/>
            <a:ext cx="2678944" cy="2678944"/>
          </a:xfrm>
          <a:prstGeom prst="rect">
            <a:avLst/>
          </a:prstGeom>
          <a:noFill/>
          <a:ln>
            <a:noFill/>
          </a:ln>
        </p:spPr>
      </p:pic>
      <p:sp>
        <p:nvSpPr>
          <p:cNvPr id="127" name="Google Shape;127;p16"/>
          <p:cNvSpPr txBox="1"/>
          <p:nvPr/>
        </p:nvSpPr>
        <p:spPr>
          <a:xfrm>
            <a:off x="4084319" y="6400413"/>
            <a:ext cx="4023362" cy="276999"/>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128" name="Google Shape;128;p16"/>
          <p:cNvSpPr txBox="1"/>
          <p:nvPr/>
        </p:nvSpPr>
        <p:spPr>
          <a:xfrm>
            <a:off x="883919" y="6400413"/>
            <a:ext cx="2651762" cy="276999"/>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7"/>
          <p:cNvSpPr txBox="1"/>
          <p:nvPr>
            <p:ph type="title"/>
          </p:nvPr>
        </p:nvSpPr>
        <p:spPr>
          <a:xfrm>
            <a:off x="838200" y="365125"/>
            <a:ext cx="10515600" cy="903600"/>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onsolas"/>
              <a:buNone/>
            </a:pPr>
            <a:r>
              <a:rPr lang="de-DE">
                <a:latin typeface="Consolas"/>
                <a:ea typeface="Consolas"/>
                <a:cs typeface="Consolas"/>
                <a:sym typeface="Consolas"/>
              </a:rPr>
              <a:t>pdb</a:t>
            </a:r>
            <a:r>
              <a:rPr lang="de-DE">
                <a:latin typeface="Calibri"/>
                <a:ea typeface="Calibri"/>
                <a:cs typeface="Calibri"/>
                <a:sym typeface="Calibri"/>
              </a:rPr>
              <a:t>, the Python debugger</a:t>
            </a:r>
            <a:endParaRPr/>
          </a:p>
        </p:txBody>
      </p:sp>
      <p:sp>
        <p:nvSpPr>
          <p:cNvPr id="134" name="Google Shape;134;p17"/>
          <p:cNvSpPr txBox="1"/>
          <p:nvPr>
            <p:ph idx="1" type="body"/>
          </p:nvPr>
        </p:nvSpPr>
        <p:spPr>
          <a:xfrm>
            <a:off x="838200" y="1484783"/>
            <a:ext cx="10515600" cy="4692300"/>
          </a:xfrm>
          <a:prstGeom prst="rect">
            <a:avLst/>
          </a:prstGeom>
          <a:noFill/>
          <a:ln>
            <a:noFill/>
          </a:ln>
        </p:spPr>
        <p:txBody>
          <a:bodyPr anchorCtr="0" anchor="t" bIns="45700" lIns="45700" spcFirstLastPara="1" rIns="45700" wrap="square" tIns="45700">
            <a:normAutofit/>
          </a:bodyPr>
          <a:lstStyle/>
          <a:p>
            <a:pPr indent="-228600" lvl="0" marL="228600" rtl="0" algn="l">
              <a:lnSpc>
                <a:spcPct val="90000"/>
              </a:lnSpc>
              <a:spcBef>
                <a:spcPts val="0"/>
              </a:spcBef>
              <a:spcAft>
                <a:spcPts val="0"/>
              </a:spcAft>
              <a:buClr>
                <a:srgbClr val="000000"/>
              </a:buClr>
              <a:buSzPts val="3200"/>
              <a:buChar char="•"/>
            </a:pPr>
            <a:r>
              <a:rPr lang="de-DE"/>
              <a:t>Core idea in debugging: you can stop the execution of your application at any point, look at the state of the variables, and execute the code step by step</a:t>
            </a:r>
            <a:endParaRPr/>
          </a:p>
          <a:p>
            <a:pPr indent="-228600" lvl="0" marL="228600" rtl="0" algn="l">
              <a:lnSpc>
                <a:spcPct val="90000"/>
              </a:lnSpc>
              <a:spcBef>
                <a:spcPts val="1000"/>
              </a:spcBef>
              <a:spcAft>
                <a:spcPts val="0"/>
              </a:spcAft>
              <a:buClr>
                <a:srgbClr val="000000"/>
              </a:buClr>
              <a:buSzPts val="3200"/>
              <a:buChar char="•"/>
            </a:pPr>
            <a:r>
              <a:rPr lang="de-DE"/>
              <a:t>Command-line based debugger</a:t>
            </a:r>
            <a:endParaRPr/>
          </a:p>
          <a:p>
            <a:pPr indent="-228600" lvl="0" marL="228600" rtl="0" algn="l">
              <a:lnSpc>
                <a:spcPct val="90000"/>
              </a:lnSpc>
              <a:spcBef>
                <a:spcPts val="1000"/>
              </a:spcBef>
              <a:spcAft>
                <a:spcPts val="0"/>
              </a:spcAft>
              <a:buClr>
                <a:srgbClr val="000000"/>
              </a:buClr>
              <a:buSzPts val="3200"/>
              <a:buChar char="•"/>
            </a:pPr>
            <a:r>
              <a:rPr lang="de-DE"/>
              <a:t>pdb</a:t>
            </a:r>
            <a:r>
              <a:rPr lang="de-DE">
                <a:latin typeface="Calibri"/>
                <a:ea typeface="Calibri"/>
                <a:cs typeface="Calibri"/>
                <a:sym typeface="Calibri"/>
              </a:rPr>
              <a:t> opens an interactive shell, in which one can interact with the code</a:t>
            </a:r>
            <a:endParaRPr/>
          </a:p>
          <a:p>
            <a:pPr indent="-228600" lvl="1" marL="685800" rtl="0" algn="l">
              <a:lnSpc>
                <a:spcPct val="90000"/>
              </a:lnSpc>
              <a:spcBef>
                <a:spcPts val="500"/>
              </a:spcBef>
              <a:spcAft>
                <a:spcPts val="0"/>
              </a:spcAft>
              <a:buClr>
                <a:srgbClr val="000000"/>
              </a:buClr>
              <a:buSzPts val="2800"/>
              <a:buChar char="•"/>
            </a:pPr>
            <a:r>
              <a:rPr lang="de-DE"/>
              <a:t>examine and change value of variables</a:t>
            </a:r>
            <a:endParaRPr sz="2400"/>
          </a:p>
          <a:p>
            <a:pPr indent="-228600" lvl="1" marL="685800" rtl="0" algn="l">
              <a:lnSpc>
                <a:spcPct val="90000"/>
              </a:lnSpc>
              <a:spcBef>
                <a:spcPts val="500"/>
              </a:spcBef>
              <a:spcAft>
                <a:spcPts val="0"/>
              </a:spcAft>
              <a:buClr>
                <a:srgbClr val="000000"/>
              </a:buClr>
              <a:buSzPts val="2800"/>
              <a:buChar char="•"/>
            </a:pPr>
            <a:r>
              <a:rPr lang="de-DE"/>
              <a:t>execute code line by line</a:t>
            </a:r>
            <a:endParaRPr sz="2400"/>
          </a:p>
          <a:p>
            <a:pPr indent="-228600" lvl="1" marL="685800" rtl="0" algn="l">
              <a:lnSpc>
                <a:spcPct val="90000"/>
              </a:lnSpc>
              <a:spcBef>
                <a:spcPts val="500"/>
              </a:spcBef>
              <a:spcAft>
                <a:spcPts val="0"/>
              </a:spcAft>
              <a:buClr>
                <a:srgbClr val="000000"/>
              </a:buClr>
              <a:buSzPts val="2800"/>
              <a:buChar char="•"/>
            </a:pPr>
            <a:r>
              <a:rPr lang="de-DE"/>
              <a:t>set up breakpoints</a:t>
            </a:r>
            <a:endParaRPr sz="2400"/>
          </a:p>
          <a:p>
            <a:pPr indent="-228600" lvl="1" marL="685800" rtl="0" algn="l">
              <a:lnSpc>
                <a:spcPct val="90000"/>
              </a:lnSpc>
              <a:spcBef>
                <a:spcPts val="500"/>
              </a:spcBef>
              <a:spcAft>
                <a:spcPts val="0"/>
              </a:spcAft>
              <a:buClr>
                <a:srgbClr val="000000"/>
              </a:buClr>
              <a:buSzPts val="2800"/>
              <a:buChar char="•"/>
            </a:pPr>
            <a:r>
              <a:rPr lang="de-DE"/>
              <a:t>examine calls stack</a:t>
            </a:r>
            <a:endParaRPr/>
          </a:p>
        </p:txBody>
      </p:sp>
      <p:sp>
        <p:nvSpPr>
          <p:cNvPr id="135" name="Google Shape;135;p17"/>
          <p:cNvSpPr txBox="1"/>
          <p:nvPr>
            <p:ph idx="12" type="sldNum"/>
          </p:nvPr>
        </p:nvSpPr>
        <p:spPr>
          <a:xfrm>
            <a:off x="11172418" y="6414760"/>
            <a:ext cx="181500" cy="276900"/>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pic>
        <p:nvPicPr>
          <p:cNvPr descr="Picture 2" id="136" name="Google Shape;136;p17"/>
          <p:cNvPicPr preferRelativeResize="0"/>
          <p:nvPr/>
        </p:nvPicPr>
        <p:blipFill rotWithShape="1">
          <a:blip r:embed="rId3">
            <a:alphaModFix/>
          </a:blip>
          <a:srcRect b="0" l="0" r="0" t="0"/>
          <a:stretch/>
        </p:blipFill>
        <p:spPr>
          <a:xfrm>
            <a:off x="8969423" y="3861048"/>
            <a:ext cx="2671194" cy="2671194"/>
          </a:xfrm>
          <a:prstGeom prst="rect">
            <a:avLst/>
          </a:prstGeom>
          <a:noFill/>
          <a:ln>
            <a:noFill/>
          </a:ln>
        </p:spPr>
      </p:pic>
      <p:sp>
        <p:nvSpPr>
          <p:cNvPr id="137" name="Google Shape;137;p17"/>
          <p:cNvSpPr txBox="1"/>
          <p:nvPr/>
        </p:nvSpPr>
        <p:spPr>
          <a:xfrm>
            <a:off x="4084319" y="6400413"/>
            <a:ext cx="4023300" cy="276900"/>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138" name="Google Shape;138;p17"/>
          <p:cNvSpPr txBox="1"/>
          <p:nvPr/>
        </p:nvSpPr>
        <p:spPr>
          <a:xfrm>
            <a:off x="883919" y="6400413"/>
            <a:ext cx="2651700" cy="276900"/>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18"/>
          <p:cNvSpPr txBox="1"/>
          <p:nvPr>
            <p:ph idx="1" type="body"/>
          </p:nvPr>
        </p:nvSpPr>
        <p:spPr>
          <a:xfrm>
            <a:off x="838200" y="1484783"/>
            <a:ext cx="10515600" cy="4692300"/>
          </a:xfrm>
          <a:prstGeom prst="rect">
            <a:avLst/>
          </a:prstGeom>
          <a:noFill/>
          <a:ln>
            <a:noFill/>
          </a:ln>
        </p:spPr>
        <p:txBody>
          <a:bodyPr anchorCtr="0" anchor="t" bIns="45700" lIns="45700" spcFirstLastPara="1" rIns="45700" wrap="square" tIns="45700">
            <a:normAutofit/>
          </a:bodyPr>
          <a:lstStyle/>
          <a:p>
            <a:pPr indent="0" lvl="0" marL="228600" rtl="0" algn="l">
              <a:lnSpc>
                <a:spcPct val="90000"/>
              </a:lnSpc>
              <a:spcBef>
                <a:spcPts val="0"/>
              </a:spcBef>
              <a:spcAft>
                <a:spcPts val="0"/>
              </a:spcAft>
              <a:buNone/>
            </a:pPr>
            <a:r>
              <a:rPr i="1" lang="de-DE"/>
              <a:t>“But I have</a:t>
            </a:r>
            <a:endParaRPr i="1"/>
          </a:p>
          <a:p>
            <a:pPr indent="-342900" lvl="0" marL="457200" rtl="0" algn="l">
              <a:lnSpc>
                <a:spcPct val="90000"/>
              </a:lnSpc>
              <a:spcBef>
                <a:spcPts val="0"/>
              </a:spcBef>
              <a:spcAft>
                <a:spcPts val="0"/>
              </a:spcAft>
              <a:buSzPts val="1800"/>
              <a:buChar char="-"/>
            </a:pPr>
            <a:r>
              <a:rPr i="1" lang="de-DE"/>
              <a:t>print statements that I added</a:t>
            </a:r>
            <a:endParaRPr i="1"/>
          </a:p>
          <a:p>
            <a:pPr indent="-342900" lvl="0" marL="457200" rtl="0" algn="l">
              <a:lnSpc>
                <a:spcPct val="90000"/>
              </a:lnSpc>
              <a:spcBef>
                <a:spcPts val="0"/>
              </a:spcBef>
              <a:spcAft>
                <a:spcPts val="0"/>
              </a:spcAft>
              <a:buSzPts val="1800"/>
              <a:buChar char="-"/>
            </a:pPr>
            <a:r>
              <a:rPr i="1" lang="de-DE"/>
              <a:t>more print statements that I can add</a:t>
            </a:r>
            <a:endParaRPr i="1"/>
          </a:p>
          <a:p>
            <a:pPr indent="-342900" lvl="0" marL="457200" rtl="0" algn="l">
              <a:lnSpc>
                <a:spcPct val="90000"/>
              </a:lnSpc>
              <a:spcBef>
                <a:spcPts val="0"/>
              </a:spcBef>
              <a:spcAft>
                <a:spcPts val="0"/>
              </a:spcAft>
              <a:buSzPts val="1800"/>
              <a:buChar char="-"/>
            </a:pPr>
            <a:r>
              <a:rPr i="1" lang="de-DE"/>
              <a:t>I can copy&amp;paste portions of code individually </a:t>
            </a:r>
            <a:endParaRPr i="1"/>
          </a:p>
          <a:p>
            <a:pPr indent="-342900" lvl="0" marL="457200" rtl="0" algn="l">
              <a:lnSpc>
                <a:spcPct val="90000"/>
              </a:lnSpc>
              <a:spcBef>
                <a:spcPts val="0"/>
              </a:spcBef>
              <a:spcAft>
                <a:spcPts val="0"/>
              </a:spcAft>
              <a:buSzPts val="1800"/>
              <a:buChar char="-"/>
            </a:pPr>
            <a:r>
              <a:rPr i="1" lang="de-DE"/>
              <a:t>friends &amp; </a:t>
            </a:r>
            <a:r>
              <a:rPr i="1" lang="de-DE"/>
              <a:t>colleagues</a:t>
            </a:r>
            <a:r>
              <a:rPr i="1" lang="de-DE"/>
              <a:t>?</a:t>
            </a:r>
            <a:endParaRPr/>
          </a:p>
          <a:p>
            <a:pPr indent="-342900" lvl="0" marL="457200" rtl="0" algn="l">
              <a:lnSpc>
                <a:spcPct val="90000"/>
              </a:lnSpc>
              <a:spcBef>
                <a:spcPts val="0"/>
              </a:spcBef>
              <a:spcAft>
                <a:spcPts val="0"/>
              </a:spcAft>
              <a:buSzPts val="1800"/>
              <a:buChar char="-"/>
            </a:pPr>
            <a:r>
              <a:rPr i="1" lang="de-DE"/>
              <a:t>AI??!..? </a:t>
            </a:r>
            <a:r>
              <a:rPr lang="de-DE"/>
              <a:t>🥴</a:t>
            </a:r>
            <a:r>
              <a:rPr i="1" lang="de-DE"/>
              <a:t>”</a:t>
            </a:r>
            <a:endParaRPr i="1"/>
          </a:p>
        </p:txBody>
      </p:sp>
      <p:sp>
        <p:nvSpPr>
          <p:cNvPr id="144" name="Google Shape;144;p18"/>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onsolas"/>
              <a:buNone/>
            </a:pPr>
            <a:r>
              <a:rPr lang="de-DE">
                <a:latin typeface="Consolas"/>
                <a:ea typeface="Consolas"/>
                <a:cs typeface="Consolas"/>
                <a:sym typeface="Consolas"/>
              </a:rPr>
              <a:t>pdb</a:t>
            </a:r>
            <a:r>
              <a:rPr lang="de-DE">
                <a:latin typeface="Calibri"/>
                <a:ea typeface="Calibri"/>
                <a:cs typeface="Calibri"/>
                <a:sym typeface="Calibri"/>
              </a:rPr>
              <a:t>, the Python debugger</a:t>
            </a:r>
            <a:endParaRPr/>
          </a:p>
        </p:txBody>
      </p:sp>
      <p:sp>
        <p:nvSpPr>
          <p:cNvPr id="145" name="Google Shape;145;p18"/>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pic>
        <p:nvPicPr>
          <p:cNvPr descr="Picture 2" id="146" name="Google Shape;146;p18"/>
          <p:cNvPicPr preferRelativeResize="0"/>
          <p:nvPr/>
        </p:nvPicPr>
        <p:blipFill rotWithShape="1">
          <a:blip r:embed="rId3">
            <a:alphaModFix/>
          </a:blip>
          <a:srcRect b="0" l="0" r="0" t="0"/>
          <a:stretch/>
        </p:blipFill>
        <p:spPr>
          <a:xfrm>
            <a:off x="8969423" y="3861048"/>
            <a:ext cx="2671194" cy="2671194"/>
          </a:xfrm>
          <a:prstGeom prst="rect">
            <a:avLst/>
          </a:prstGeom>
          <a:noFill/>
          <a:ln>
            <a:noFill/>
          </a:ln>
        </p:spPr>
      </p:pic>
      <p:sp>
        <p:nvSpPr>
          <p:cNvPr id="147" name="Google Shape;147;p18"/>
          <p:cNvSpPr txBox="1"/>
          <p:nvPr/>
        </p:nvSpPr>
        <p:spPr>
          <a:xfrm>
            <a:off x="4084319" y="6400413"/>
            <a:ext cx="4023362" cy="276999"/>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148" name="Google Shape;148;p18"/>
          <p:cNvSpPr txBox="1"/>
          <p:nvPr/>
        </p:nvSpPr>
        <p:spPr>
          <a:xfrm>
            <a:off x="883919" y="6400413"/>
            <a:ext cx="2651762" cy="276999"/>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pic>
        <p:nvPicPr>
          <p:cNvPr id="149" name="Google Shape;149;p18"/>
          <p:cNvPicPr preferRelativeResize="0"/>
          <p:nvPr/>
        </p:nvPicPr>
        <p:blipFill>
          <a:blip r:embed="rId4">
            <a:alphaModFix/>
          </a:blip>
          <a:stretch>
            <a:fillRect/>
          </a:stretch>
        </p:blipFill>
        <p:spPr>
          <a:xfrm>
            <a:off x="679925" y="3788900"/>
            <a:ext cx="4872150" cy="25741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19"/>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b="0" i="0" lang="de-DE" sz="4400" u="none" cap="none" strike="noStrike">
                <a:solidFill>
                  <a:srgbClr val="000000"/>
                </a:solidFill>
                <a:latin typeface="Calibri"/>
                <a:ea typeface="Calibri"/>
                <a:cs typeface="Calibri"/>
                <a:sym typeface="Calibri"/>
              </a:rPr>
              <a:t>Entering the debugger</a:t>
            </a:r>
            <a:endParaRPr/>
          </a:p>
        </p:txBody>
      </p:sp>
      <p:sp>
        <p:nvSpPr>
          <p:cNvPr id="155" name="Google Shape;155;p19"/>
          <p:cNvSpPr txBox="1"/>
          <p:nvPr>
            <p:ph idx="1" type="body"/>
          </p:nvPr>
        </p:nvSpPr>
        <p:spPr>
          <a:xfrm>
            <a:off x="838200" y="1484783"/>
            <a:ext cx="10515600" cy="4692181"/>
          </a:xfrm>
          <a:prstGeom prst="rect">
            <a:avLst/>
          </a:prstGeom>
          <a:noFill/>
          <a:ln>
            <a:noFill/>
          </a:ln>
        </p:spPr>
        <p:txBody>
          <a:bodyPr anchorCtr="0" anchor="t" bIns="45700" lIns="45700" spcFirstLastPara="1" rIns="45700" wrap="square" tIns="45700">
            <a:normAutofit/>
          </a:bodyPr>
          <a:lstStyle/>
          <a:p>
            <a:pPr indent="-228600" lvl="0" marL="457200" rtl="0" algn="l">
              <a:lnSpc>
                <a:spcPct val="90000"/>
              </a:lnSpc>
              <a:spcBef>
                <a:spcPts val="0"/>
              </a:spcBef>
              <a:spcAft>
                <a:spcPts val="0"/>
              </a:spcAft>
              <a:buClr>
                <a:srgbClr val="000000"/>
              </a:buClr>
              <a:buSzPts val="2800"/>
              <a:buChar char="•"/>
            </a:pPr>
            <a:r>
              <a:rPr lang="de-DE"/>
              <a:t>Enter at a specific point in the code </a:t>
            </a:r>
            <a:r>
              <a:rPr lang="de-DE" u="sng"/>
              <a:t>(easy alternative to </a:t>
            </a:r>
            <a:r>
              <a:rPr lang="de-DE" u="sng">
                <a:latin typeface="Consolas"/>
                <a:ea typeface="Consolas"/>
                <a:cs typeface="Consolas"/>
                <a:sym typeface="Consolas"/>
              </a:rPr>
              <a:t>print</a:t>
            </a:r>
            <a:r>
              <a:rPr lang="de-DE" u="sng"/>
              <a:t>)</a:t>
            </a:r>
            <a:r>
              <a:rPr lang="de-DE"/>
              <a:t>:</a:t>
            </a:r>
            <a:endParaRPr/>
          </a:p>
          <a:p>
            <a:pPr indent="-50800" lvl="0" marL="457200" rtl="0" algn="l">
              <a:lnSpc>
                <a:spcPct val="90000"/>
              </a:lnSpc>
              <a:spcBef>
                <a:spcPts val="1000"/>
              </a:spcBef>
              <a:spcAft>
                <a:spcPts val="0"/>
              </a:spcAft>
              <a:buClr>
                <a:srgbClr val="000000"/>
              </a:buClr>
              <a:buSzPts val="2800"/>
              <a:buNone/>
            </a:pPr>
            <a:r>
              <a:t/>
            </a:r>
            <a:endParaRPr/>
          </a:p>
          <a:p>
            <a:pPr indent="-50800" lvl="0" marL="457200" rtl="0" algn="l">
              <a:lnSpc>
                <a:spcPct val="90000"/>
              </a:lnSpc>
              <a:spcBef>
                <a:spcPts val="1000"/>
              </a:spcBef>
              <a:spcAft>
                <a:spcPts val="0"/>
              </a:spcAft>
              <a:buClr>
                <a:srgbClr val="000000"/>
              </a:buClr>
              <a:buSzPts val="2800"/>
              <a:buNone/>
            </a:pPr>
            <a:r>
              <a:t/>
            </a:r>
            <a:endParaRPr/>
          </a:p>
          <a:p>
            <a:pPr indent="228600" lvl="0" marL="0" rtl="0" algn="l">
              <a:lnSpc>
                <a:spcPct val="90000"/>
              </a:lnSpc>
              <a:spcBef>
                <a:spcPts val="1000"/>
              </a:spcBef>
              <a:spcAft>
                <a:spcPts val="0"/>
              </a:spcAft>
              <a:buClr>
                <a:srgbClr val="000000"/>
              </a:buClr>
              <a:buSzPts val="2800"/>
              <a:buNone/>
            </a:pPr>
            <a:br>
              <a:rPr lang="de-DE"/>
            </a:br>
            <a:endParaRPr/>
          </a:p>
        </p:txBody>
      </p:sp>
      <p:sp>
        <p:nvSpPr>
          <p:cNvPr id="156" name="Google Shape;156;p19"/>
          <p:cNvSpPr txBox="1"/>
          <p:nvPr/>
        </p:nvSpPr>
        <p:spPr>
          <a:xfrm>
            <a:off x="2548040" y="2329774"/>
            <a:ext cx="4556072" cy="1310641"/>
          </a:xfrm>
          <a:prstGeom prst="rect">
            <a:avLst/>
          </a:prstGeom>
          <a:solidFill>
            <a:srgbClr val="F2F2F2"/>
          </a:solid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A9494D"/>
              </a:buClr>
              <a:buSzPts val="2000"/>
              <a:buFont typeface="Consolas"/>
              <a:buNone/>
            </a:pPr>
            <a:r>
              <a:rPr b="0" i="0" lang="de-DE" sz="2000" u="none" cap="none" strike="noStrike">
                <a:solidFill>
                  <a:srgbClr val="A9494D"/>
                </a:solidFill>
                <a:latin typeface="Consolas"/>
                <a:ea typeface="Consolas"/>
                <a:cs typeface="Consolas"/>
                <a:sym typeface="Consolas"/>
              </a:rPr>
              <a:t># some code here</a:t>
            </a:r>
            <a:br>
              <a:rPr b="0" i="0" lang="de-DE" sz="2000" u="none" cap="none" strike="noStrike">
                <a:solidFill>
                  <a:srgbClr val="A9494D"/>
                </a:solidFill>
                <a:latin typeface="Consolas"/>
                <a:ea typeface="Consolas"/>
                <a:cs typeface="Consolas"/>
                <a:sym typeface="Consolas"/>
              </a:rPr>
            </a:br>
            <a:r>
              <a:rPr b="0" i="0" lang="de-DE" sz="2000" u="none" cap="none" strike="noStrike">
                <a:solidFill>
                  <a:srgbClr val="A9494D"/>
                </a:solidFill>
                <a:latin typeface="Consolas"/>
                <a:ea typeface="Consolas"/>
                <a:cs typeface="Consolas"/>
                <a:sym typeface="Consolas"/>
              </a:rPr>
              <a:t># the debugger starts here</a:t>
            </a:r>
            <a:br>
              <a:rPr b="0" i="0" lang="de-DE" sz="2000" u="none" cap="none" strike="noStrike">
                <a:solidFill>
                  <a:srgbClr val="A9494D"/>
                </a:solidFill>
                <a:latin typeface="Consolas"/>
                <a:ea typeface="Consolas"/>
                <a:cs typeface="Consolas"/>
                <a:sym typeface="Consolas"/>
              </a:rPr>
            </a:br>
            <a:r>
              <a:rPr b="0" i="0" lang="de-DE" sz="2000" u="none" cap="none" strike="noStrike">
                <a:solidFill>
                  <a:srgbClr val="0000FF"/>
                </a:solidFill>
                <a:latin typeface="Consolas"/>
                <a:ea typeface="Consolas"/>
                <a:cs typeface="Consolas"/>
                <a:sym typeface="Consolas"/>
              </a:rPr>
              <a:t>breakpoint()</a:t>
            </a:r>
            <a:br>
              <a:rPr b="0" i="0" lang="de-DE" sz="2000" u="none" cap="none" strike="noStrike">
                <a:solidFill>
                  <a:srgbClr val="0000FF"/>
                </a:solidFill>
                <a:latin typeface="Consolas"/>
                <a:ea typeface="Consolas"/>
                <a:cs typeface="Consolas"/>
                <a:sym typeface="Consolas"/>
              </a:rPr>
            </a:br>
            <a:r>
              <a:rPr b="0" i="0" lang="de-DE" sz="2000" u="none" cap="none" strike="noStrike">
                <a:solidFill>
                  <a:srgbClr val="A9494D"/>
                </a:solidFill>
                <a:latin typeface="Consolas"/>
                <a:ea typeface="Consolas"/>
                <a:cs typeface="Consolas"/>
                <a:sym typeface="Consolas"/>
              </a:rPr>
              <a:t># rest of the code</a:t>
            </a:r>
            <a:endParaRPr/>
          </a:p>
        </p:txBody>
      </p:sp>
      <p:sp>
        <p:nvSpPr>
          <p:cNvPr id="157" name="Google Shape;157;p19"/>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pic>
        <p:nvPicPr>
          <p:cNvPr descr="Picture 2" id="158" name="Google Shape;158;p19"/>
          <p:cNvPicPr preferRelativeResize="0"/>
          <p:nvPr/>
        </p:nvPicPr>
        <p:blipFill rotWithShape="1">
          <a:blip r:embed="rId3">
            <a:alphaModFix/>
          </a:blip>
          <a:srcRect b="0" l="0" r="0" t="0"/>
          <a:stretch/>
        </p:blipFill>
        <p:spPr>
          <a:xfrm>
            <a:off x="8576170" y="3394250"/>
            <a:ext cx="2953545" cy="2953545"/>
          </a:xfrm>
          <a:prstGeom prst="rect">
            <a:avLst/>
          </a:prstGeom>
          <a:noFill/>
          <a:ln>
            <a:noFill/>
          </a:ln>
        </p:spPr>
      </p:pic>
      <p:sp>
        <p:nvSpPr>
          <p:cNvPr id="159" name="Google Shape;159;p19"/>
          <p:cNvSpPr txBox="1"/>
          <p:nvPr/>
        </p:nvSpPr>
        <p:spPr>
          <a:xfrm>
            <a:off x="4084319" y="6400413"/>
            <a:ext cx="4023362" cy="276999"/>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160" name="Google Shape;160;p19"/>
          <p:cNvSpPr txBox="1"/>
          <p:nvPr/>
        </p:nvSpPr>
        <p:spPr>
          <a:xfrm>
            <a:off x="883919" y="6400413"/>
            <a:ext cx="2651762" cy="276999"/>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0"/>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lang="de-DE"/>
              <a:t>Demonstration!</a:t>
            </a:r>
            <a:endParaRPr/>
          </a:p>
        </p:txBody>
      </p:sp>
      <p:sp>
        <p:nvSpPr>
          <p:cNvPr id="166" name="Google Shape;166;p20"/>
          <p:cNvSpPr txBox="1"/>
          <p:nvPr>
            <p:ph idx="1" type="body"/>
          </p:nvPr>
        </p:nvSpPr>
        <p:spPr>
          <a:xfrm>
            <a:off x="838200" y="1484783"/>
            <a:ext cx="10515600" cy="4692181"/>
          </a:xfrm>
          <a:prstGeom prst="rect">
            <a:avLst/>
          </a:prstGeom>
          <a:noFill/>
          <a:ln>
            <a:noFill/>
          </a:ln>
        </p:spPr>
        <p:txBody>
          <a:bodyPr anchorCtr="0" anchor="t" bIns="45700" lIns="45700" spcFirstLastPara="1" rIns="45700" wrap="square" tIns="45700">
            <a:normAutofit/>
          </a:bodyPr>
          <a:lstStyle/>
          <a:p>
            <a:pPr indent="-228600" lvl="0" marL="228600" rtl="0" algn="l">
              <a:lnSpc>
                <a:spcPct val="90000"/>
              </a:lnSpc>
              <a:spcBef>
                <a:spcPts val="0"/>
              </a:spcBef>
              <a:spcAft>
                <a:spcPts val="0"/>
              </a:spcAft>
              <a:buClr>
                <a:srgbClr val="000000"/>
              </a:buClr>
              <a:buSzPts val="2800"/>
              <a:buChar char="•"/>
            </a:pPr>
            <a:r>
              <a:rPr lang="de-DE"/>
              <a:t>Debugging with pdb</a:t>
            </a:r>
            <a:endParaRPr/>
          </a:p>
        </p:txBody>
      </p:sp>
      <p:sp>
        <p:nvSpPr>
          <p:cNvPr id="167" name="Google Shape;167;p20"/>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sp>
        <p:nvSpPr>
          <p:cNvPr id="168" name="Google Shape;168;p20"/>
          <p:cNvSpPr/>
          <p:nvPr/>
        </p:nvSpPr>
        <p:spPr>
          <a:xfrm>
            <a:off x="152400" y="136524"/>
            <a:ext cx="11848256" cy="6584951"/>
          </a:xfrm>
          <a:prstGeom prst="rect">
            <a:avLst/>
          </a:prstGeom>
          <a:noFill/>
          <a:ln cap="flat" cmpd="sng" w="165100">
            <a:solidFill>
              <a:srgbClr val="7030A0"/>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pic>
        <p:nvPicPr>
          <p:cNvPr descr="Picture 2" id="169" name="Google Shape;169;p20"/>
          <p:cNvPicPr preferRelativeResize="0"/>
          <p:nvPr/>
        </p:nvPicPr>
        <p:blipFill rotWithShape="1">
          <a:blip r:embed="rId3">
            <a:alphaModFix/>
          </a:blip>
          <a:srcRect b="0" l="0" r="0" t="0"/>
          <a:stretch/>
        </p:blipFill>
        <p:spPr>
          <a:xfrm>
            <a:off x="8909991" y="3645024"/>
            <a:ext cx="2593505" cy="2593504"/>
          </a:xfrm>
          <a:prstGeom prst="rect">
            <a:avLst/>
          </a:prstGeom>
          <a:noFill/>
          <a:ln>
            <a:noFill/>
          </a:ln>
        </p:spPr>
      </p:pic>
      <p:sp>
        <p:nvSpPr>
          <p:cNvPr id="170" name="Google Shape;170;p20"/>
          <p:cNvSpPr txBox="1"/>
          <p:nvPr/>
        </p:nvSpPr>
        <p:spPr>
          <a:xfrm>
            <a:off x="4084319" y="6400413"/>
            <a:ext cx="4023362" cy="276999"/>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171" name="Google Shape;171;p20"/>
          <p:cNvSpPr txBox="1"/>
          <p:nvPr/>
        </p:nvSpPr>
        <p:spPr>
          <a:xfrm>
            <a:off x="883919" y="6400413"/>
            <a:ext cx="2651762" cy="276999"/>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21"/>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lang="de-DE"/>
              <a:t>Hands-on! – Issue #2</a:t>
            </a:r>
            <a:endParaRPr/>
          </a:p>
        </p:txBody>
      </p:sp>
      <p:sp>
        <p:nvSpPr>
          <p:cNvPr id="177" name="Google Shape;177;p21"/>
          <p:cNvSpPr txBox="1"/>
          <p:nvPr>
            <p:ph idx="1" type="body"/>
          </p:nvPr>
        </p:nvSpPr>
        <p:spPr>
          <a:xfrm>
            <a:off x="838198" y="1097280"/>
            <a:ext cx="10671596" cy="5079683"/>
          </a:xfrm>
          <a:prstGeom prst="rect">
            <a:avLst/>
          </a:prstGeom>
          <a:noFill/>
          <a:ln>
            <a:noFill/>
          </a:ln>
        </p:spPr>
        <p:txBody>
          <a:bodyPr anchorCtr="0" anchor="t" bIns="45700" lIns="45700" spcFirstLastPara="1" rIns="45700" wrap="square" tIns="45700">
            <a:normAutofit/>
          </a:bodyPr>
          <a:lstStyle/>
          <a:p>
            <a:pPr indent="0" lvl="0" marL="0" rtl="0" algn="l">
              <a:lnSpc>
                <a:spcPct val="90000"/>
              </a:lnSpc>
              <a:spcBef>
                <a:spcPts val="0"/>
              </a:spcBef>
              <a:spcAft>
                <a:spcPts val="0"/>
              </a:spcAft>
              <a:buClr>
                <a:srgbClr val="000000"/>
              </a:buClr>
              <a:buSzPts val="2400"/>
              <a:buNone/>
            </a:pPr>
            <a:r>
              <a:rPr lang="de-DE" sz="2400"/>
              <a:t>1) Go to </a:t>
            </a:r>
            <a:r>
              <a:rPr lang="de-DE" sz="2000">
                <a:latin typeface="Consolas"/>
                <a:ea typeface="Consolas"/>
                <a:cs typeface="Consolas"/>
                <a:sym typeface="Consolas"/>
              </a:rPr>
              <a:t>local_maxima_part3_debug/</a:t>
            </a:r>
            <a:r>
              <a:rPr b="1" lang="de-DE" sz="2000">
                <a:latin typeface="Consolas"/>
                <a:ea typeface="Consolas"/>
                <a:cs typeface="Consolas"/>
                <a:sym typeface="Consolas"/>
              </a:rPr>
              <a:t>local_maxima.py </a:t>
            </a:r>
            <a:r>
              <a:rPr lang="de-DE" sz="2400"/>
              <a:t>and execute it</a:t>
            </a:r>
            <a:endParaRPr sz="2400"/>
          </a:p>
          <a:p>
            <a:pPr indent="0" lvl="0" marL="0" rtl="0" algn="l">
              <a:lnSpc>
                <a:spcPct val="90000"/>
              </a:lnSpc>
              <a:spcBef>
                <a:spcPts val="900"/>
              </a:spcBef>
              <a:spcAft>
                <a:spcPts val="0"/>
              </a:spcAft>
              <a:buClr>
                <a:srgbClr val="000000"/>
              </a:buClr>
              <a:buSzPts val="2400"/>
              <a:buNone/>
            </a:pPr>
            <a:r>
              <a:rPr lang="de-DE" sz="2400"/>
              <a:t>2) Run the script with these inputs:</a:t>
            </a:r>
            <a:endParaRPr/>
          </a:p>
          <a:p>
            <a:pPr indent="-266700" lvl="1" marL="723900" rtl="0" algn="l">
              <a:lnSpc>
                <a:spcPct val="90000"/>
              </a:lnSpc>
              <a:spcBef>
                <a:spcPts val="900"/>
              </a:spcBef>
              <a:spcAft>
                <a:spcPts val="0"/>
              </a:spcAft>
              <a:buClr>
                <a:srgbClr val="000000"/>
              </a:buClr>
              <a:buSzPts val="2400"/>
              <a:buChar char="•"/>
            </a:pPr>
            <a:r>
              <a:rPr lang="de-DE" sz="2400"/>
              <a:t>[1] (expected output: [0]),</a:t>
            </a:r>
            <a:endParaRPr/>
          </a:p>
          <a:p>
            <a:pPr indent="-266700" lvl="1" marL="723900" rtl="0" algn="l">
              <a:lnSpc>
                <a:spcPct val="90000"/>
              </a:lnSpc>
              <a:spcBef>
                <a:spcPts val="900"/>
              </a:spcBef>
              <a:spcAft>
                <a:spcPts val="0"/>
              </a:spcAft>
              <a:buClr>
                <a:srgbClr val="000000"/>
              </a:buClr>
              <a:buSzPts val="2400"/>
              <a:buChar char="•"/>
            </a:pPr>
            <a:r>
              <a:rPr lang="de-DE" sz="2400"/>
              <a:t>[2, 2, 1, 0] (expected output: [0])</a:t>
            </a:r>
            <a:endParaRPr/>
          </a:p>
          <a:p>
            <a:pPr indent="0" lvl="0" marL="0" rtl="0" algn="l">
              <a:lnSpc>
                <a:spcPct val="90000"/>
              </a:lnSpc>
              <a:spcBef>
                <a:spcPts val="900"/>
              </a:spcBef>
              <a:spcAft>
                <a:spcPts val="0"/>
              </a:spcAft>
              <a:buClr>
                <a:srgbClr val="000000"/>
              </a:buClr>
              <a:buSzPts val="2400"/>
              <a:buNone/>
            </a:pPr>
            <a:r>
              <a:rPr lang="de-DE" sz="2400"/>
              <a:t>3) When you find a bug, write a test, then debug and fix it. Finally, create a PR</a:t>
            </a:r>
            <a:br>
              <a:rPr lang="de-DE" sz="2400"/>
            </a:br>
            <a:br>
              <a:rPr lang="de-DE" sz="2400"/>
            </a:br>
            <a:endParaRPr sz="2400"/>
          </a:p>
        </p:txBody>
      </p:sp>
      <p:sp>
        <p:nvSpPr>
          <p:cNvPr id="178" name="Google Shape;178;p21"/>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sp>
        <p:nvSpPr>
          <p:cNvPr id="179" name="Google Shape;179;p21"/>
          <p:cNvSpPr/>
          <p:nvPr/>
        </p:nvSpPr>
        <p:spPr>
          <a:xfrm>
            <a:off x="152400" y="136524"/>
            <a:ext cx="11848256" cy="6584951"/>
          </a:xfrm>
          <a:prstGeom prst="rect">
            <a:avLst/>
          </a:prstGeom>
          <a:noFill/>
          <a:ln cap="flat" cmpd="sng" w="165100">
            <a:solidFill>
              <a:srgbClr val="00B050"/>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pic>
        <p:nvPicPr>
          <p:cNvPr descr="Picture 2" id="180" name="Google Shape;180;p21"/>
          <p:cNvPicPr preferRelativeResize="0"/>
          <p:nvPr/>
        </p:nvPicPr>
        <p:blipFill rotWithShape="1">
          <a:blip r:embed="rId3">
            <a:alphaModFix/>
          </a:blip>
          <a:srcRect b="0" l="0" r="0" t="0"/>
          <a:stretch/>
        </p:blipFill>
        <p:spPr>
          <a:xfrm>
            <a:off x="8832304" y="3589166"/>
            <a:ext cx="2677490" cy="2677491"/>
          </a:xfrm>
          <a:prstGeom prst="rect">
            <a:avLst/>
          </a:prstGeom>
          <a:noFill/>
          <a:ln>
            <a:noFill/>
          </a:ln>
        </p:spPr>
      </p:pic>
      <p:pic>
        <p:nvPicPr>
          <p:cNvPr descr="Picture 10" id="181" name="Google Shape;181;p21"/>
          <p:cNvPicPr preferRelativeResize="0"/>
          <p:nvPr/>
        </p:nvPicPr>
        <p:blipFill rotWithShape="1">
          <a:blip r:embed="rId4">
            <a:alphaModFix/>
          </a:blip>
          <a:srcRect b="0" l="0" r="0" t="0"/>
          <a:stretch/>
        </p:blipFill>
        <p:spPr>
          <a:xfrm>
            <a:off x="2937648" y="3412574"/>
            <a:ext cx="5758250" cy="2987839"/>
          </a:xfrm>
          <a:prstGeom prst="rect">
            <a:avLst/>
          </a:prstGeom>
          <a:noFill/>
          <a:ln>
            <a:noFill/>
          </a:ln>
        </p:spPr>
      </p:pic>
      <p:sp>
        <p:nvSpPr>
          <p:cNvPr id="182" name="Google Shape;182;p21"/>
          <p:cNvSpPr txBox="1"/>
          <p:nvPr/>
        </p:nvSpPr>
        <p:spPr>
          <a:xfrm>
            <a:off x="1025126" y="3368511"/>
            <a:ext cx="1872369" cy="369332"/>
          </a:xfrm>
          <a:prstGeom prst="rect">
            <a:avLst/>
          </a:prstGeom>
          <a:noFill/>
          <a:ln>
            <a:noFill/>
          </a:ln>
        </p:spPr>
        <p:txBody>
          <a:bodyPr anchorCtr="0" anchor="t" bIns="45700" lIns="45700" spcFirstLastPara="1" rIns="45700" wrap="square" tIns="45700">
            <a:spAutoFit/>
          </a:bodyPr>
          <a:lstStyle/>
          <a:p>
            <a:pPr indent="0" lvl="0" marL="0" marR="0" rtl="0" algn="r">
              <a:lnSpc>
                <a:spcPct val="100000"/>
              </a:lnSpc>
              <a:spcBef>
                <a:spcPts val="0"/>
              </a:spcBef>
              <a:spcAft>
                <a:spcPts val="0"/>
              </a:spcAft>
              <a:buClr>
                <a:srgbClr val="000000"/>
              </a:buClr>
              <a:buSzPts val="1800"/>
              <a:buFont typeface="Calibri"/>
              <a:buNone/>
            </a:pPr>
            <a:r>
              <a:rPr b="0" i="0" lang="de-DE" sz="1800" u="none" cap="none" strike="noStrike">
                <a:solidFill>
                  <a:srgbClr val="000000"/>
                </a:solidFill>
                <a:latin typeface="Calibri"/>
                <a:ea typeface="Calibri"/>
                <a:cs typeface="Calibri"/>
                <a:sym typeface="Calibri"/>
              </a:rPr>
              <a:t>pdb cheatsheet: </a:t>
            </a:r>
            <a:endParaRPr/>
          </a:p>
        </p:txBody>
      </p:sp>
      <p:sp>
        <p:nvSpPr>
          <p:cNvPr id="183" name="Google Shape;183;p21"/>
          <p:cNvSpPr txBox="1"/>
          <p:nvPr/>
        </p:nvSpPr>
        <p:spPr>
          <a:xfrm>
            <a:off x="4084319" y="6400413"/>
            <a:ext cx="4023362" cy="276999"/>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184" name="Google Shape;184;p21"/>
          <p:cNvSpPr txBox="1"/>
          <p:nvPr/>
        </p:nvSpPr>
        <p:spPr>
          <a:xfrm>
            <a:off x="883919" y="6400413"/>
            <a:ext cx="2651762" cy="276999"/>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22"/>
          <p:cNvSpPr/>
          <p:nvPr/>
        </p:nvSpPr>
        <p:spPr>
          <a:xfrm>
            <a:off x="152400" y="136524"/>
            <a:ext cx="11848200" cy="6585000"/>
          </a:xfrm>
          <a:prstGeom prst="rect">
            <a:avLst/>
          </a:prstGeom>
          <a:noFill/>
          <a:ln cap="flat" cmpd="sng" w="165100">
            <a:solidFill>
              <a:srgbClr val="7030A0"/>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190" name="Google Shape;190;p22"/>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lang="de-DE"/>
              <a:t>Demonstration!</a:t>
            </a:r>
            <a:endParaRPr/>
          </a:p>
        </p:txBody>
      </p:sp>
      <p:sp>
        <p:nvSpPr>
          <p:cNvPr id="191" name="Google Shape;191;p22"/>
          <p:cNvSpPr txBox="1"/>
          <p:nvPr>
            <p:ph idx="1" type="body"/>
          </p:nvPr>
        </p:nvSpPr>
        <p:spPr>
          <a:xfrm>
            <a:off x="838200" y="1484783"/>
            <a:ext cx="10515600" cy="4692181"/>
          </a:xfrm>
          <a:prstGeom prst="rect">
            <a:avLst/>
          </a:prstGeom>
          <a:noFill/>
          <a:ln>
            <a:noFill/>
          </a:ln>
        </p:spPr>
        <p:txBody>
          <a:bodyPr anchorCtr="0" anchor="t" bIns="45700" lIns="45700" spcFirstLastPara="1" rIns="45700" wrap="square" tIns="45700">
            <a:normAutofit/>
          </a:bodyPr>
          <a:lstStyle/>
          <a:p>
            <a:pPr indent="-228600" lvl="0" marL="228600" rtl="0" algn="l">
              <a:lnSpc>
                <a:spcPct val="90000"/>
              </a:lnSpc>
              <a:spcBef>
                <a:spcPts val="0"/>
              </a:spcBef>
              <a:spcAft>
                <a:spcPts val="0"/>
              </a:spcAft>
              <a:buClr>
                <a:schemeClr val="dk2"/>
              </a:buClr>
              <a:buSzPts val="2800"/>
              <a:buChar char="•"/>
            </a:pPr>
            <a:r>
              <a:rPr lang="de-DE">
                <a:solidFill>
                  <a:schemeClr val="dk2"/>
                </a:solidFill>
              </a:rPr>
              <a:t>Debugging with pdb</a:t>
            </a:r>
            <a:endParaRPr>
              <a:solidFill>
                <a:schemeClr val="dk2"/>
              </a:solidFill>
            </a:endParaRPr>
          </a:p>
          <a:p>
            <a:pPr indent="-342900" lvl="0" marL="457200" rtl="0" algn="l">
              <a:lnSpc>
                <a:spcPct val="90000"/>
              </a:lnSpc>
              <a:spcBef>
                <a:spcPts val="0"/>
              </a:spcBef>
              <a:spcAft>
                <a:spcPts val="0"/>
              </a:spcAft>
              <a:buClr>
                <a:schemeClr val="dk1"/>
              </a:buClr>
              <a:buSzPts val="1800"/>
              <a:buChar char="●"/>
            </a:pPr>
            <a:r>
              <a:rPr i="1" lang="de-DE">
                <a:solidFill>
                  <a:schemeClr val="dk1"/>
                </a:solidFill>
              </a:rPr>
              <a:t>… in ipython</a:t>
            </a:r>
            <a:endParaRPr i="1">
              <a:solidFill>
                <a:schemeClr val="dk1"/>
              </a:solidFill>
            </a:endParaRPr>
          </a:p>
          <a:p>
            <a:pPr indent="-228600" lvl="0" marL="228600" rtl="0" algn="l">
              <a:lnSpc>
                <a:spcPct val="90000"/>
              </a:lnSpc>
              <a:spcBef>
                <a:spcPts val="1000"/>
              </a:spcBef>
              <a:spcAft>
                <a:spcPts val="0"/>
              </a:spcAft>
              <a:buClr>
                <a:srgbClr val="000000"/>
              </a:buClr>
              <a:buSzPts val="2800"/>
              <a:buChar char="•"/>
            </a:pPr>
            <a:r>
              <a:rPr lang="de-DE"/>
              <a:t>Debugging from an IDE</a:t>
            </a:r>
            <a:endParaRPr/>
          </a:p>
        </p:txBody>
      </p:sp>
      <p:sp>
        <p:nvSpPr>
          <p:cNvPr id="192" name="Google Shape;192;p22"/>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pic>
        <p:nvPicPr>
          <p:cNvPr descr="Picture 2" id="193" name="Google Shape;193;p22"/>
          <p:cNvPicPr preferRelativeResize="0"/>
          <p:nvPr/>
        </p:nvPicPr>
        <p:blipFill rotWithShape="1">
          <a:blip r:embed="rId3">
            <a:alphaModFix/>
          </a:blip>
          <a:srcRect b="0" l="0" r="0" t="0"/>
          <a:stretch/>
        </p:blipFill>
        <p:spPr>
          <a:xfrm>
            <a:off x="8909991" y="3645024"/>
            <a:ext cx="2593505" cy="2593504"/>
          </a:xfrm>
          <a:prstGeom prst="rect">
            <a:avLst/>
          </a:prstGeom>
          <a:noFill/>
          <a:ln>
            <a:noFill/>
          </a:ln>
        </p:spPr>
      </p:pic>
      <p:sp>
        <p:nvSpPr>
          <p:cNvPr id="194" name="Google Shape;194;p22"/>
          <p:cNvSpPr txBox="1"/>
          <p:nvPr/>
        </p:nvSpPr>
        <p:spPr>
          <a:xfrm>
            <a:off x="4084319" y="6400413"/>
            <a:ext cx="4023362" cy="276999"/>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195" name="Google Shape;195;p22"/>
          <p:cNvSpPr txBox="1"/>
          <p:nvPr/>
        </p:nvSpPr>
        <p:spPr>
          <a:xfrm>
            <a:off x="883919" y="6400413"/>
            <a:ext cx="2651762" cy="276999"/>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pic>
        <p:nvPicPr>
          <p:cNvPr descr="Picture 2" id="200" name="Google Shape;200;p23"/>
          <p:cNvPicPr preferRelativeResize="0"/>
          <p:nvPr/>
        </p:nvPicPr>
        <p:blipFill rotWithShape="1">
          <a:blip r:embed="rId3">
            <a:alphaModFix/>
          </a:blip>
          <a:srcRect b="0" l="0" r="0" t="0"/>
          <a:stretch/>
        </p:blipFill>
        <p:spPr>
          <a:xfrm>
            <a:off x="9120336" y="3816424"/>
            <a:ext cx="2564905" cy="2564904"/>
          </a:xfrm>
          <a:prstGeom prst="rect">
            <a:avLst/>
          </a:prstGeom>
          <a:noFill/>
          <a:ln>
            <a:noFill/>
          </a:ln>
        </p:spPr>
      </p:pic>
      <p:sp>
        <p:nvSpPr>
          <p:cNvPr id="201" name="Google Shape;201;p23"/>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b="0" i="0" lang="de-DE" sz="4400" u="none" cap="none" strike="noStrike">
                <a:solidFill>
                  <a:srgbClr val="000000"/>
                </a:solidFill>
                <a:latin typeface="Calibri"/>
                <a:ea typeface="Calibri"/>
                <a:cs typeface="Calibri"/>
                <a:sym typeface="Calibri"/>
              </a:rPr>
              <a:t>Entering the debugger from VSCode</a:t>
            </a:r>
            <a:endParaRPr/>
          </a:p>
        </p:txBody>
      </p:sp>
      <p:sp>
        <p:nvSpPr>
          <p:cNvPr id="202" name="Google Shape;202;p23"/>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pic>
        <p:nvPicPr>
          <p:cNvPr descr="Picture 8" id="203" name="Google Shape;203;p23"/>
          <p:cNvPicPr preferRelativeResize="0"/>
          <p:nvPr/>
        </p:nvPicPr>
        <p:blipFill rotWithShape="1">
          <a:blip r:embed="rId4">
            <a:alphaModFix/>
          </a:blip>
          <a:srcRect b="0" l="0" r="0" t="0"/>
          <a:stretch/>
        </p:blipFill>
        <p:spPr>
          <a:xfrm>
            <a:off x="1271463" y="1196751"/>
            <a:ext cx="7169969" cy="4772511"/>
          </a:xfrm>
          <a:prstGeom prst="rect">
            <a:avLst/>
          </a:prstGeom>
          <a:noFill/>
          <a:ln>
            <a:noFill/>
          </a:ln>
        </p:spPr>
      </p:pic>
      <p:sp>
        <p:nvSpPr>
          <p:cNvPr id="204" name="Google Shape;204;p23"/>
          <p:cNvSpPr txBox="1"/>
          <p:nvPr/>
        </p:nvSpPr>
        <p:spPr>
          <a:xfrm>
            <a:off x="4084319" y="6400413"/>
            <a:ext cx="4023362" cy="276999"/>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205" name="Google Shape;205;p23"/>
          <p:cNvSpPr txBox="1"/>
          <p:nvPr/>
        </p:nvSpPr>
        <p:spPr>
          <a:xfrm>
            <a:off x="883919" y="6400413"/>
            <a:ext cx="2651762" cy="276999"/>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09" name="Shape 209"/>
        <p:cNvGrpSpPr/>
        <p:nvPr/>
      </p:nvGrpSpPr>
      <p:grpSpPr>
        <a:xfrm>
          <a:off x="0" y="0"/>
          <a:ext cx="0" cy="0"/>
          <a:chOff x="0" y="0"/>
          <a:chExt cx="0" cy="0"/>
        </a:xfrm>
      </p:grpSpPr>
      <p:sp>
        <p:nvSpPr>
          <p:cNvPr id="210" name="Google Shape;210;p24"/>
          <p:cNvSpPr txBox="1"/>
          <p:nvPr/>
        </p:nvSpPr>
        <p:spPr>
          <a:xfrm>
            <a:off x="4084319" y="6400413"/>
            <a:ext cx="4023362" cy="276999"/>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211" name="Google Shape;211;p24"/>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lang="de-DE"/>
              <a:t>Test, debug, then commit and create a PR</a:t>
            </a:r>
            <a:endParaRPr/>
          </a:p>
        </p:txBody>
      </p:sp>
      <p:sp>
        <p:nvSpPr>
          <p:cNvPr id="212" name="Google Shape;212;p24"/>
          <p:cNvSpPr txBox="1"/>
          <p:nvPr/>
        </p:nvSpPr>
        <p:spPr>
          <a:xfrm>
            <a:off x="883919" y="6400413"/>
            <a:ext cx="2651762" cy="276999"/>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lang="de-DE" sz="1200">
                <a:solidFill>
                  <a:srgbClr val="888888"/>
                </a:solidFill>
                <a:latin typeface="Calibri"/>
                <a:ea typeface="Calibri"/>
                <a:cs typeface="Calibri"/>
                <a:sym typeface="Calibri"/>
              </a:rPr>
              <a:t>September</a:t>
            </a:r>
            <a:r>
              <a:rPr b="0" i="0" lang="de-DE" sz="1200" u="none" cap="none" strike="noStrike">
                <a:solidFill>
                  <a:srgbClr val="888888"/>
                </a:solidFill>
                <a:latin typeface="Calibri"/>
                <a:ea typeface="Calibri"/>
                <a:cs typeface="Calibri"/>
                <a:sym typeface="Calibri"/>
              </a:rPr>
              <a:t> 2026, CC BY-SA 4.0</a:t>
            </a:r>
            <a:endParaRPr/>
          </a:p>
        </p:txBody>
      </p:sp>
      <p:sp>
        <p:nvSpPr>
          <p:cNvPr id="213" name="Google Shape;213;p24"/>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grpSp>
        <p:nvGrpSpPr>
          <p:cNvPr id="214" name="Google Shape;214;p24"/>
          <p:cNvGrpSpPr/>
          <p:nvPr/>
        </p:nvGrpSpPr>
        <p:grpSpPr>
          <a:xfrm>
            <a:off x="1919536" y="1298321"/>
            <a:ext cx="4680530" cy="4823954"/>
            <a:chOff x="0" y="0"/>
            <a:chExt cx="4680530" cy="4823953"/>
          </a:xfrm>
        </p:grpSpPr>
        <p:grpSp>
          <p:nvGrpSpPr>
            <p:cNvPr id="215" name="Google Shape;215;p24"/>
            <p:cNvGrpSpPr/>
            <p:nvPr/>
          </p:nvGrpSpPr>
          <p:grpSpPr>
            <a:xfrm>
              <a:off x="829242" y="0"/>
              <a:ext cx="3851287" cy="4823953"/>
              <a:chOff x="0" y="0"/>
              <a:chExt cx="3851286" cy="4823952"/>
            </a:xfrm>
          </p:grpSpPr>
          <p:grpSp>
            <p:nvGrpSpPr>
              <p:cNvPr id="216" name="Google Shape;216;p24"/>
              <p:cNvGrpSpPr/>
              <p:nvPr/>
            </p:nvGrpSpPr>
            <p:grpSpPr>
              <a:xfrm>
                <a:off x="34855" y="0"/>
                <a:ext cx="3781574" cy="682931"/>
                <a:chOff x="0" y="0"/>
                <a:chExt cx="3781572" cy="682930"/>
              </a:xfrm>
            </p:grpSpPr>
            <p:sp>
              <p:nvSpPr>
                <p:cNvPr id="217" name="Google Shape;217;p24"/>
                <p:cNvSpPr/>
                <p:nvPr/>
              </p:nvSpPr>
              <p:spPr>
                <a:xfrm>
                  <a:off x="0" y="0"/>
                  <a:ext cx="3781572" cy="682930"/>
                </a:xfrm>
                <a:prstGeom prst="roundRect">
                  <a:avLst>
                    <a:gd fmla="val 10000" name="adj"/>
                  </a:avLst>
                </a:prstGeom>
                <a:solidFill>
                  <a:srgbClr val="FFFFFF"/>
                </a:solidFill>
                <a:ln cap="flat" cmpd="sng" w="38100">
                  <a:solidFill>
                    <a:schemeClr val="dk2"/>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chemeClr val="dk2"/>
                    </a:solidFill>
                    <a:latin typeface="Calibri"/>
                    <a:ea typeface="Calibri"/>
                    <a:cs typeface="Calibri"/>
                    <a:sym typeface="Calibri"/>
                  </a:endParaRPr>
                </a:p>
              </p:txBody>
            </p:sp>
            <p:sp>
              <p:nvSpPr>
                <p:cNvPr id="218" name="Google Shape;218;p24"/>
                <p:cNvSpPr txBox="1"/>
                <p:nvPr/>
              </p:nvSpPr>
              <p:spPr>
                <a:xfrm>
                  <a:off x="20002" y="82934"/>
                  <a:ext cx="3741568" cy="517062"/>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chemeClr val="dk2"/>
                    </a:buClr>
                    <a:buSzPts val="2400"/>
                    <a:buFont typeface="Calibri"/>
                    <a:buNone/>
                  </a:pPr>
                  <a:r>
                    <a:rPr b="0" i="0" lang="de-DE" sz="2400" u="none" cap="none" strike="noStrike">
                      <a:solidFill>
                        <a:schemeClr val="dk2"/>
                      </a:solidFill>
                      <a:latin typeface="Calibri"/>
                      <a:ea typeface="Calibri"/>
                      <a:cs typeface="Calibri"/>
                      <a:sym typeface="Calibri"/>
                    </a:rPr>
                    <a:t>Pick your next feature</a:t>
                  </a:r>
                  <a:endParaRPr/>
                </a:p>
              </p:txBody>
            </p:sp>
          </p:grpSp>
          <p:sp>
            <p:nvSpPr>
              <p:cNvPr id="219" name="Google Shape;219;p24"/>
              <p:cNvSpPr/>
              <p:nvPr/>
            </p:nvSpPr>
            <p:spPr>
              <a:xfrm rot="5400000">
                <a:off x="1797593" y="700003"/>
                <a:ext cx="256099" cy="307319"/>
              </a:xfrm>
              <a:prstGeom prst="rightArrow">
                <a:avLst>
                  <a:gd fmla="val 60000" name="adj1"/>
                  <a:gd fmla="val 50000" name="adj2"/>
                </a:avLst>
              </a:prstGeom>
              <a:solidFill>
                <a:srgbClr val="FFFFFF"/>
              </a:solidFill>
              <a:ln cap="flat" cmpd="sng" w="38100">
                <a:solidFill>
                  <a:schemeClr val="dk2"/>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220" name="Google Shape;220;p24"/>
              <p:cNvSpPr/>
              <p:nvPr/>
            </p:nvSpPr>
            <p:spPr>
              <a:xfrm>
                <a:off x="0" y="1024393"/>
                <a:ext cx="3851286" cy="682932"/>
              </a:xfrm>
              <a:prstGeom prst="roundRect">
                <a:avLst>
                  <a:gd fmla="val 10000" name="adj"/>
                </a:avLst>
              </a:prstGeom>
              <a:solidFill>
                <a:srgbClr val="FFFFFF"/>
              </a:solidFill>
              <a:ln cap="flat" cmpd="sng" w="38100">
                <a:solidFill>
                  <a:schemeClr val="dk2"/>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chemeClr val="dk2"/>
                  </a:buClr>
                  <a:buSzPts val="2400"/>
                  <a:buFont typeface="Calibri"/>
                  <a:buNone/>
                </a:pPr>
                <a:r>
                  <a:rPr b="0" i="0" lang="de-DE" sz="2400" u="none" cap="none" strike="noStrike">
                    <a:solidFill>
                      <a:schemeClr val="dk2"/>
                    </a:solidFill>
                    <a:latin typeface="Calibri"/>
                    <a:ea typeface="Calibri"/>
                    <a:cs typeface="Calibri"/>
                    <a:sym typeface="Calibri"/>
                  </a:rPr>
                  <a:t>Write tests </a:t>
                </a:r>
                <a:br>
                  <a:rPr b="0" i="0" lang="de-DE" sz="2400" u="none" cap="none" strike="noStrike">
                    <a:solidFill>
                      <a:schemeClr val="dk2"/>
                    </a:solidFill>
                    <a:latin typeface="Calibri"/>
                    <a:ea typeface="Calibri"/>
                    <a:cs typeface="Calibri"/>
                    <a:sym typeface="Calibri"/>
                  </a:rPr>
                </a:br>
                <a:r>
                  <a:rPr b="0" i="0" lang="de-DE" sz="2000" u="none" cap="none" strike="noStrike">
                    <a:solidFill>
                      <a:schemeClr val="dk2"/>
                    </a:solidFill>
                    <a:latin typeface="Calibri"/>
                    <a:ea typeface="Calibri"/>
                    <a:cs typeface="Calibri"/>
                    <a:sym typeface="Calibri"/>
                  </a:rPr>
                  <a:t>to check that feature works </a:t>
                </a:r>
                <a:endParaRPr/>
              </a:p>
            </p:txBody>
          </p:sp>
          <p:sp>
            <p:nvSpPr>
              <p:cNvPr id="221" name="Google Shape;221;p24"/>
              <p:cNvSpPr/>
              <p:nvPr/>
            </p:nvSpPr>
            <p:spPr>
              <a:xfrm rot="5400000">
                <a:off x="1797593" y="1724397"/>
                <a:ext cx="256099" cy="307319"/>
              </a:xfrm>
              <a:prstGeom prst="rightArrow">
                <a:avLst>
                  <a:gd fmla="val 60000" name="adj1"/>
                  <a:gd fmla="val 50000" name="adj2"/>
                </a:avLst>
              </a:prstGeom>
              <a:solidFill>
                <a:srgbClr val="FFFFFF"/>
              </a:solidFill>
              <a:ln cap="flat" cmpd="sng" w="38100">
                <a:solidFill>
                  <a:schemeClr val="dk2"/>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grpSp>
            <p:nvGrpSpPr>
              <p:cNvPr id="222" name="Google Shape;222;p24"/>
              <p:cNvGrpSpPr/>
              <p:nvPr/>
            </p:nvGrpSpPr>
            <p:grpSpPr>
              <a:xfrm>
                <a:off x="15201" y="2005343"/>
                <a:ext cx="3820883" cy="769821"/>
                <a:chOff x="0" y="0"/>
                <a:chExt cx="3820881" cy="769819"/>
              </a:xfrm>
            </p:grpSpPr>
            <p:sp>
              <p:nvSpPr>
                <p:cNvPr id="223" name="Google Shape;223;p24"/>
                <p:cNvSpPr/>
                <p:nvPr/>
              </p:nvSpPr>
              <p:spPr>
                <a:xfrm>
                  <a:off x="0" y="43444"/>
                  <a:ext cx="3820881" cy="682930"/>
                </a:xfrm>
                <a:prstGeom prst="roundRect">
                  <a:avLst>
                    <a:gd fmla="val 10000" name="adj"/>
                  </a:avLst>
                </a:prstGeom>
                <a:solidFill>
                  <a:srgbClr val="FFFFFF"/>
                </a:solidFill>
                <a:ln cap="flat" cmpd="sng" w="38100">
                  <a:solidFill>
                    <a:srgbClr val="0ECC00"/>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224" name="Google Shape;224;p24"/>
                <p:cNvSpPr txBox="1"/>
                <p:nvPr/>
              </p:nvSpPr>
              <p:spPr>
                <a:xfrm>
                  <a:off x="20001" y="0"/>
                  <a:ext cx="3780878" cy="769819"/>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rgbClr val="000000"/>
                    </a:buClr>
                    <a:buSzPts val="2400"/>
                    <a:buFont typeface="Calibri"/>
                    <a:buNone/>
                  </a:pPr>
                  <a:r>
                    <a:rPr b="0" i="0" lang="de-DE" sz="2400" u="none" cap="none" strike="noStrike">
                      <a:solidFill>
                        <a:srgbClr val="000000"/>
                      </a:solidFill>
                      <a:latin typeface="Calibri"/>
                      <a:ea typeface="Calibri"/>
                      <a:cs typeface="Calibri"/>
                      <a:sym typeface="Calibri"/>
                    </a:rPr>
                    <a:t>Write simplest code </a:t>
                  </a:r>
                  <a:br>
                    <a:rPr b="0" i="0" lang="de-DE" sz="2400" u="none" cap="none" strike="noStrike">
                      <a:solidFill>
                        <a:srgbClr val="000000"/>
                      </a:solidFill>
                      <a:latin typeface="Calibri"/>
                      <a:ea typeface="Calibri"/>
                      <a:cs typeface="Calibri"/>
                      <a:sym typeface="Calibri"/>
                    </a:rPr>
                  </a:br>
                  <a:r>
                    <a:rPr b="0" i="0" lang="de-DE" sz="2000" u="none" cap="none" strike="noStrike">
                      <a:solidFill>
                        <a:srgbClr val="000000"/>
                      </a:solidFill>
                      <a:latin typeface="Calibri"/>
                      <a:ea typeface="Calibri"/>
                      <a:cs typeface="Calibri"/>
                      <a:sym typeface="Calibri"/>
                    </a:rPr>
                    <a:t>that makes tests pass</a:t>
                  </a:r>
                  <a:endParaRPr/>
                </a:p>
              </p:txBody>
            </p:sp>
          </p:grpSp>
          <p:sp>
            <p:nvSpPr>
              <p:cNvPr id="225" name="Google Shape;225;p24"/>
              <p:cNvSpPr/>
              <p:nvPr/>
            </p:nvSpPr>
            <p:spPr>
              <a:xfrm rot="5400000">
                <a:off x="1797593" y="2748791"/>
                <a:ext cx="256099" cy="307319"/>
              </a:xfrm>
              <a:prstGeom prst="rightArrow">
                <a:avLst>
                  <a:gd fmla="val 60000" name="adj1"/>
                  <a:gd fmla="val 50000" name="adj2"/>
                </a:avLst>
              </a:prstGeom>
              <a:solidFill>
                <a:srgbClr val="FFFFFF"/>
              </a:solidFill>
              <a:ln cap="flat" cmpd="sng" w="38100">
                <a:solidFill>
                  <a:srgbClr val="0ECC00"/>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grpSp>
            <p:nvGrpSpPr>
              <p:cNvPr id="226" name="Google Shape;226;p24"/>
              <p:cNvGrpSpPr/>
              <p:nvPr/>
            </p:nvGrpSpPr>
            <p:grpSpPr>
              <a:xfrm>
                <a:off x="15201" y="3029737"/>
                <a:ext cx="3820883" cy="769821"/>
                <a:chOff x="0" y="0"/>
                <a:chExt cx="3820881" cy="769819"/>
              </a:xfrm>
            </p:grpSpPr>
            <p:sp>
              <p:nvSpPr>
                <p:cNvPr id="227" name="Google Shape;227;p24"/>
                <p:cNvSpPr/>
                <p:nvPr/>
              </p:nvSpPr>
              <p:spPr>
                <a:xfrm>
                  <a:off x="0" y="43444"/>
                  <a:ext cx="3820881" cy="682930"/>
                </a:xfrm>
                <a:prstGeom prst="roundRect">
                  <a:avLst>
                    <a:gd fmla="val 10000" name="adj"/>
                  </a:avLst>
                </a:prstGeom>
                <a:solidFill>
                  <a:srgbClr val="FFFFFF"/>
                </a:solidFill>
                <a:ln cap="flat" cmpd="sng" w="38100">
                  <a:solidFill>
                    <a:srgbClr val="0ECC00"/>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228" name="Google Shape;228;p24"/>
                <p:cNvSpPr txBox="1"/>
                <p:nvPr/>
              </p:nvSpPr>
              <p:spPr>
                <a:xfrm>
                  <a:off x="20001" y="0"/>
                  <a:ext cx="3780878" cy="769819"/>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rgbClr val="000000"/>
                    </a:buClr>
                    <a:buSzPts val="2400"/>
                    <a:buFont typeface="Calibri"/>
                    <a:buNone/>
                  </a:pPr>
                  <a:r>
                    <a:rPr b="0" i="0" lang="de-DE" sz="2400" u="none" cap="none" strike="noStrike">
                      <a:solidFill>
                        <a:srgbClr val="000000"/>
                      </a:solidFill>
                      <a:latin typeface="Calibri"/>
                      <a:ea typeface="Calibri"/>
                      <a:cs typeface="Calibri"/>
                      <a:sym typeface="Calibri"/>
                    </a:rPr>
                    <a:t>Run tests and debug </a:t>
                  </a:r>
                  <a:br>
                    <a:rPr b="0" i="0" lang="de-DE" sz="2400" u="none" cap="none" strike="noStrike">
                      <a:solidFill>
                        <a:srgbClr val="000000"/>
                      </a:solidFill>
                      <a:latin typeface="Calibri"/>
                      <a:ea typeface="Calibri"/>
                      <a:cs typeface="Calibri"/>
                      <a:sym typeface="Calibri"/>
                    </a:rPr>
                  </a:br>
                  <a:r>
                    <a:rPr b="0" i="0" lang="de-DE" sz="2000" u="none" cap="none" strike="noStrike">
                      <a:solidFill>
                        <a:srgbClr val="000000"/>
                      </a:solidFill>
                      <a:latin typeface="Calibri"/>
                      <a:ea typeface="Calibri"/>
                      <a:cs typeface="Calibri"/>
                      <a:sym typeface="Calibri"/>
                    </a:rPr>
                    <a:t>until </a:t>
                  </a:r>
                  <a:r>
                    <a:rPr b="0" i="1" lang="de-DE" sz="2000" u="none" cap="none" strike="noStrike">
                      <a:solidFill>
                        <a:srgbClr val="000000"/>
                      </a:solidFill>
                      <a:latin typeface="Calibri"/>
                      <a:ea typeface="Calibri"/>
                      <a:cs typeface="Calibri"/>
                      <a:sym typeface="Calibri"/>
                    </a:rPr>
                    <a:t>all</a:t>
                  </a:r>
                  <a:r>
                    <a:rPr b="0" i="0" lang="de-DE" sz="2000" u="none" cap="none" strike="noStrike">
                      <a:solidFill>
                        <a:srgbClr val="000000"/>
                      </a:solidFill>
                      <a:latin typeface="Calibri"/>
                      <a:ea typeface="Calibri"/>
                      <a:cs typeface="Calibri"/>
                      <a:sym typeface="Calibri"/>
                    </a:rPr>
                    <a:t> tests pass</a:t>
                  </a:r>
                  <a:endParaRPr/>
                </a:p>
              </p:txBody>
            </p:sp>
          </p:grpSp>
          <p:sp>
            <p:nvSpPr>
              <p:cNvPr id="229" name="Google Shape;229;p24"/>
              <p:cNvSpPr/>
              <p:nvPr/>
            </p:nvSpPr>
            <p:spPr>
              <a:xfrm rot="5400000">
                <a:off x="1797593" y="3773185"/>
                <a:ext cx="256099" cy="307319"/>
              </a:xfrm>
              <a:prstGeom prst="rightArrow">
                <a:avLst>
                  <a:gd fmla="val 60000" name="adj1"/>
                  <a:gd fmla="val 50000" name="adj2"/>
                </a:avLst>
              </a:prstGeom>
              <a:solidFill>
                <a:srgbClr val="FFFFFF"/>
              </a:solidFill>
              <a:ln cap="flat" cmpd="sng" w="38100">
                <a:solidFill>
                  <a:srgbClr val="0ECC00"/>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grpSp>
            <p:nvGrpSpPr>
              <p:cNvPr id="230" name="Google Shape;230;p24"/>
              <p:cNvGrpSpPr/>
              <p:nvPr/>
            </p:nvGrpSpPr>
            <p:grpSpPr>
              <a:xfrm>
                <a:off x="15201" y="4054132"/>
                <a:ext cx="3820883" cy="769820"/>
                <a:chOff x="0" y="0"/>
                <a:chExt cx="3820881" cy="769819"/>
              </a:xfrm>
            </p:grpSpPr>
            <p:sp>
              <p:nvSpPr>
                <p:cNvPr id="231" name="Google Shape;231;p24"/>
                <p:cNvSpPr/>
                <p:nvPr/>
              </p:nvSpPr>
              <p:spPr>
                <a:xfrm>
                  <a:off x="0" y="43444"/>
                  <a:ext cx="3820881" cy="682930"/>
                </a:xfrm>
                <a:prstGeom prst="roundRect">
                  <a:avLst>
                    <a:gd fmla="val 10000" name="adj"/>
                  </a:avLst>
                </a:prstGeom>
                <a:solidFill>
                  <a:srgbClr val="FFFFFF"/>
                </a:solidFill>
                <a:ln cap="flat" cmpd="sng" w="38100">
                  <a:solidFill>
                    <a:srgbClr val="0ECC00"/>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232" name="Google Shape;232;p24"/>
                <p:cNvSpPr txBox="1"/>
                <p:nvPr/>
              </p:nvSpPr>
              <p:spPr>
                <a:xfrm>
                  <a:off x="20001" y="0"/>
                  <a:ext cx="3780878" cy="769819"/>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rgbClr val="000000"/>
                    </a:buClr>
                    <a:buSzPts val="2400"/>
                    <a:buFont typeface="Calibri"/>
                    <a:buNone/>
                  </a:pPr>
                  <a:r>
                    <a:rPr b="0" i="0" lang="de-DE" sz="2400" u="none" cap="none" strike="noStrike">
                      <a:solidFill>
                        <a:srgbClr val="000000"/>
                      </a:solidFill>
                      <a:latin typeface="Calibri"/>
                      <a:ea typeface="Calibri"/>
                      <a:cs typeface="Calibri"/>
                      <a:sym typeface="Calibri"/>
                    </a:rPr>
                    <a:t>Refactor and optimize </a:t>
                  </a:r>
                  <a:br>
                    <a:rPr b="0" i="0" lang="de-DE" sz="2400" u="none" cap="none" strike="noStrike">
                      <a:solidFill>
                        <a:srgbClr val="000000"/>
                      </a:solidFill>
                      <a:latin typeface="Calibri"/>
                      <a:ea typeface="Calibri"/>
                      <a:cs typeface="Calibri"/>
                      <a:sym typeface="Calibri"/>
                    </a:rPr>
                  </a:br>
                  <a:r>
                    <a:rPr b="0" i="0" lang="de-DE" sz="2000" u="none" cap="none" strike="noStrike">
                      <a:solidFill>
                        <a:srgbClr val="000000"/>
                      </a:solidFill>
                      <a:latin typeface="Calibri"/>
                      <a:ea typeface="Calibri"/>
                      <a:cs typeface="Calibri"/>
                      <a:sym typeface="Calibri"/>
                    </a:rPr>
                    <a:t>only if necessary</a:t>
                  </a:r>
                  <a:endParaRPr/>
                </a:p>
              </p:txBody>
            </p:sp>
          </p:grpSp>
        </p:grpSp>
        <p:sp>
          <p:nvSpPr>
            <p:cNvPr id="233" name="Google Shape;233;p24"/>
            <p:cNvSpPr/>
            <p:nvPr/>
          </p:nvSpPr>
          <p:spPr>
            <a:xfrm rot="-5400000">
              <a:off x="-1800201" y="1914656"/>
              <a:ext cx="4392490" cy="792089"/>
            </a:xfrm>
            <a:custGeom>
              <a:rect b="b" l="l" r="r" t="t"/>
              <a:pathLst>
                <a:path extrusionOk="0" h="21600" w="2160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cap="flat" cmpd="sng" w="38100">
              <a:solidFill>
                <a:schemeClr val="dk2"/>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800"/>
                <a:buFont typeface="Calibri"/>
                <a:buNone/>
              </a:pPr>
              <a:r>
                <a:t/>
              </a:r>
              <a:endParaRPr b="0" i="0" sz="1800" u="none" cap="none" strike="noStrike">
                <a:solidFill>
                  <a:schemeClr val="dk2"/>
                </a:solidFill>
                <a:latin typeface="Calibri"/>
                <a:ea typeface="Calibri"/>
                <a:cs typeface="Calibri"/>
                <a:sym typeface="Calibri"/>
              </a:endParaRPr>
            </a:p>
          </p:txBody>
        </p:sp>
      </p:grpSp>
      <p:sp>
        <p:nvSpPr>
          <p:cNvPr id="234" name="Google Shape;234;p24"/>
          <p:cNvSpPr/>
          <p:nvPr/>
        </p:nvSpPr>
        <p:spPr>
          <a:xfrm flipH="1" rot="5400000">
            <a:off x="6312024" y="4869160"/>
            <a:ext cx="1296145" cy="576065"/>
          </a:xfrm>
          <a:custGeom>
            <a:rect b="b" l="l" r="r" t="t"/>
            <a:pathLst>
              <a:path extrusionOk="0" h="21600" w="2160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cap="flat" cmpd="sng" w="38100">
            <a:solidFill>
              <a:schemeClr val="dk2"/>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800"/>
              <a:buFont typeface="Calibri"/>
              <a:buNone/>
            </a:pPr>
            <a:r>
              <a:t/>
            </a:r>
            <a:endParaRPr b="0" i="0" sz="1800" u="none" cap="none" strike="noStrike">
              <a:solidFill>
                <a:schemeClr val="dk2"/>
              </a:solidFill>
              <a:latin typeface="Calibri"/>
              <a:ea typeface="Calibri"/>
              <a:cs typeface="Calibri"/>
              <a:sym typeface="Calibri"/>
            </a:endParaRPr>
          </a:p>
        </p:txBody>
      </p:sp>
      <p:pic>
        <p:nvPicPr>
          <p:cNvPr descr="Picture 6" id="235" name="Google Shape;235;p24"/>
          <p:cNvPicPr preferRelativeResize="0"/>
          <p:nvPr/>
        </p:nvPicPr>
        <p:blipFill rotWithShape="1">
          <a:blip r:embed="rId3">
            <a:alphaModFix/>
          </a:blip>
          <a:srcRect b="0" l="0" r="0" t="0"/>
          <a:stretch/>
        </p:blipFill>
        <p:spPr>
          <a:xfrm flipH="1">
            <a:off x="9727702" y="4149080"/>
            <a:ext cx="2386137" cy="2386137"/>
          </a:xfrm>
          <a:prstGeom prst="rect">
            <a:avLst/>
          </a:prstGeom>
          <a:noFill/>
          <a:ln>
            <a:noFill/>
          </a:ln>
        </p:spPr>
      </p:pic>
      <p:sp>
        <p:nvSpPr>
          <p:cNvPr id="236" name="Google Shape;236;p24"/>
          <p:cNvSpPr txBox="1"/>
          <p:nvPr/>
        </p:nvSpPr>
        <p:spPr>
          <a:xfrm>
            <a:off x="7581880" y="4509120"/>
            <a:ext cx="2147705" cy="408941"/>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000000"/>
              </a:buClr>
              <a:buSzPts val="2100"/>
              <a:buFont typeface="Consolas"/>
              <a:buNone/>
            </a:pPr>
            <a:r>
              <a:rPr b="0" i="0" lang="de-DE" sz="2100" u="none" cap="none" strike="noStrike">
                <a:solidFill>
                  <a:srgbClr val="000000"/>
                </a:solidFill>
                <a:latin typeface="Consolas"/>
                <a:ea typeface="Consolas"/>
                <a:cs typeface="Consolas"/>
                <a:sym typeface="Consolas"/>
              </a:rPr>
              <a:t>pdb</a:t>
            </a:r>
            <a:endParaRPr b="0" i="0" sz="2100" u="none" cap="none" strike="noStrike">
              <a:solidFill>
                <a:srgbClr val="000000"/>
              </a:solidFill>
              <a:latin typeface="Consolas"/>
              <a:ea typeface="Consolas"/>
              <a:cs typeface="Consolas"/>
              <a:sym typeface="Consolas"/>
            </a:endParaRPr>
          </a:p>
        </p:txBody>
      </p:sp>
      <p:sp>
        <p:nvSpPr>
          <p:cNvPr id="237" name="Google Shape;237;p24"/>
          <p:cNvSpPr txBox="1"/>
          <p:nvPr/>
        </p:nvSpPr>
        <p:spPr>
          <a:xfrm>
            <a:off x="7581880" y="2420888"/>
            <a:ext cx="1778537" cy="408941"/>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D9D9D9"/>
              </a:buClr>
              <a:buSzPts val="2100"/>
              <a:buFont typeface="Consolas"/>
              <a:buNone/>
            </a:pPr>
            <a:r>
              <a:rPr b="0" i="0" lang="de-DE" sz="2100" u="none" cap="none" strike="noStrike">
                <a:solidFill>
                  <a:srgbClr val="D9D9D9"/>
                </a:solidFill>
                <a:latin typeface="Consolas"/>
                <a:ea typeface="Consolas"/>
                <a:cs typeface="Consolas"/>
                <a:sym typeface="Consolas"/>
              </a:rPr>
              <a:t>pytest</a:t>
            </a:r>
            <a:endParaRPr b="0" i="0" sz="2100" u="none" cap="none" strike="noStrike">
              <a:solidFill>
                <a:srgbClr val="D9D9D9"/>
              </a:solidFill>
              <a:latin typeface="Consolas"/>
              <a:ea typeface="Consolas"/>
              <a:cs typeface="Consolas"/>
              <a:sym typeface="Consolas"/>
            </a:endParaRPr>
          </a:p>
        </p:txBody>
      </p:sp>
      <p:sp>
        <p:nvSpPr>
          <p:cNvPr id="238" name="Google Shape;238;p24"/>
          <p:cNvSpPr txBox="1"/>
          <p:nvPr/>
        </p:nvSpPr>
        <p:spPr>
          <a:xfrm>
            <a:off x="7581880" y="5175484"/>
            <a:ext cx="2644865" cy="1043941"/>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D9D9D9"/>
              </a:buClr>
              <a:buSzPts val="2100"/>
              <a:buFont typeface="Consolas"/>
              <a:buNone/>
            </a:pPr>
            <a:r>
              <a:rPr b="0" i="0" lang="de-DE" sz="2100" u="none" cap="none" strike="noStrike">
                <a:solidFill>
                  <a:srgbClr val="D9D9D9"/>
                </a:solidFill>
                <a:latin typeface="Consolas"/>
                <a:ea typeface="Consolas"/>
                <a:cs typeface="Consolas"/>
                <a:sym typeface="Consolas"/>
              </a:rPr>
              <a:t>timeit</a:t>
            </a:r>
            <a:endParaRPr/>
          </a:p>
          <a:p>
            <a:pPr indent="0" lvl="0" marL="0" marR="0" rtl="0" algn="l">
              <a:lnSpc>
                <a:spcPct val="100000"/>
              </a:lnSpc>
              <a:spcBef>
                <a:spcPts val="0"/>
              </a:spcBef>
              <a:spcAft>
                <a:spcPts val="0"/>
              </a:spcAft>
              <a:buClr>
                <a:srgbClr val="D9D9D9"/>
              </a:buClr>
              <a:buSzPts val="2100"/>
              <a:buFont typeface="Consolas"/>
              <a:buNone/>
            </a:pPr>
            <a:r>
              <a:rPr b="0" i="0" lang="de-DE" sz="2100" u="none" cap="none" strike="noStrike">
                <a:solidFill>
                  <a:srgbClr val="D9D9D9"/>
                </a:solidFill>
                <a:latin typeface="Consolas"/>
                <a:ea typeface="Consolas"/>
                <a:cs typeface="Consolas"/>
                <a:sym typeface="Consolas"/>
              </a:rPr>
              <a:t>cProfile</a:t>
            </a:r>
            <a:endParaRPr/>
          </a:p>
          <a:p>
            <a:pPr indent="0" lvl="0" marL="0" marR="0" rtl="0" algn="l">
              <a:lnSpc>
                <a:spcPct val="100000"/>
              </a:lnSpc>
              <a:spcBef>
                <a:spcPts val="0"/>
              </a:spcBef>
              <a:spcAft>
                <a:spcPts val="0"/>
              </a:spcAft>
              <a:buClr>
                <a:srgbClr val="D9D9D9"/>
              </a:buClr>
              <a:buSzPts val="2100"/>
              <a:buFont typeface="Consolas"/>
              <a:buNone/>
            </a:pPr>
            <a:r>
              <a:rPr b="0" i="0" lang="de-DE" sz="2100" u="none" cap="none" strike="noStrike">
                <a:solidFill>
                  <a:srgbClr val="D9D9D9"/>
                </a:solidFill>
                <a:latin typeface="Consolas"/>
                <a:ea typeface="Consolas"/>
                <a:cs typeface="Consolas"/>
                <a:sym typeface="Consolas"/>
              </a:rPr>
              <a:t>line_profiler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25"/>
          <p:cNvSpPr txBox="1"/>
          <p:nvPr/>
        </p:nvSpPr>
        <p:spPr>
          <a:xfrm>
            <a:off x="4084319" y="6356350"/>
            <a:ext cx="4023362" cy="365125"/>
          </a:xfrm>
          <a:prstGeom prst="rect">
            <a:avLst/>
          </a:prstGeom>
          <a:noFill/>
          <a:ln>
            <a:noFill/>
          </a:ln>
        </p:spPr>
        <p:txBody>
          <a:bodyPr anchorCtr="0" anchor="ctr" bIns="45700" lIns="45700" spcFirstLastPara="1" rIns="45700" wrap="square" tIns="45700">
            <a:normAutofit/>
          </a:bodyPr>
          <a:lstStyle/>
          <a:p>
            <a:pPr indent="0" lvl="0" marL="0" marR="0" rtl="0" algn="ctr">
              <a:lnSpc>
                <a:spcPct val="100000"/>
              </a:lnSpc>
              <a:spcBef>
                <a:spcPts val="0"/>
              </a:spcBef>
              <a:spcAft>
                <a:spcPts val="0"/>
              </a:spcAft>
              <a:buClr>
                <a:srgbClr val="FFFFFF"/>
              </a:buClr>
              <a:buSzPts val="1200"/>
              <a:buFont typeface="Calibri"/>
              <a:buNone/>
            </a:pPr>
            <a:r>
              <a:rPr b="0" i="0" lang="de-DE" sz="1200" u="none" cap="none" strike="noStrike">
                <a:solidFill>
                  <a:srgbClr val="FFFFFF"/>
                </a:solidFill>
                <a:latin typeface="Calibri"/>
                <a:ea typeface="Calibri"/>
                <a:cs typeface="Calibri"/>
                <a:sym typeface="Calibri"/>
              </a:rPr>
              <a:t>Testing scientific code, v16.0</a:t>
            </a:r>
            <a:endParaRPr/>
          </a:p>
        </p:txBody>
      </p:sp>
      <p:sp>
        <p:nvSpPr>
          <p:cNvPr id="244" name="Google Shape;244;p25"/>
          <p:cNvSpPr txBox="1"/>
          <p:nvPr>
            <p:ph idx="4294967295" type="title"/>
          </p:nvPr>
        </p:nvSpPr>
        <p:spPr>
          <a:xfrm>
            <a:off x="1097280" y="325549"/>
            <a:ext cx="10058401" cy="2527388"/>
          </a:xfrm>
          <a:prstGeom prst="rect">
            <a:avLst/>
          </a:prstGeom>
          <a:noFill/>
          <a:ln>
            <a:noFill/>
          </a:ln>
          <a:effectLst>
            <a:outerShdw blurRad="50800" rotWithShape="0" dir="2700000" dist="38100">
              <a:srgbClr val="000000">
                <a:alpha val="40000"/>
              </a:srgbClr>
            </a:outerShdw>
          </a:effectLst>
        </p:spPr>
        <p:txBody>
          <a:bodyPr anchorCtr="0" anchor="b" bIns="45700" lIns="45700" spcFirstLastPara="1" rIns="45700" wrap="square" tIns="45700">
            <a:normAutofit/>
          </a:bodyPr>
          <a:lstStyle/>
          <a:p>
            <a:pPr indent="0" lvl="0" marL="0" rtl="0" algn="ctr">
              <a:lnSpc>
                <a:spcPct val="90000"/>
              </a:lnSpc>
              <a:spcBef>
                <a:spcPts val="0"/>
              </a:spcBef>
              <a:spcAft>
                <a:spcPts val="0"/>
              </a:spcAft>
              <a:buClr>
                <a:srgbClr val="000000"/>
              </a:buClr>
              <a:buSzPts val="6600"/>
              <a:buFont typeface="Calibri"/>
              <a:buNone/>
            </a:pPr>
            <a:r>
              <a:rPr lang="de-DE"/>
              <a:t>The End</a:t>
            </a:r>
            <a:endParaRPr/>
          </a:p>
        </p:txBody>
      </p:sp>
      <p:sp>
        <p:nvSpPr>
          <p:cNvPr id="245" name="Google Shape;245;p25"/>
          <p:cNvSpPr txBox="1"/>
          <p:nvPr/>
        </p:nvSpPr>
        <p:spPr>
          <a:xfrm>
            <a:off x="883919" y="6356350"/>
            <a:ext cx="2651762" cy="365125"/>
          </a:xfrm>
          <a:prstGeom prst="rect">
            <a:avLst/>
          </a:prstGeom>
          <a:noFill/>
          <a:ln>
            <a:noFill/>
          </a:ln>
        </p:spPr>
        <p:txBody>
          <a:bodyPr anchorCtr="0" anchor="ctr" bIns="45700" lIns="45700" spcFirstLastPara="1" rIns="45700" wrap="square" tIns="45700">
            <a:normAutofit/>
          </a:bodyPr>
          <a:lstStyle/>
          <a:p>
            <a:pPr indent="0" lvl="0" marL="0" marR="0" rtl="0" algn="l">
              <a:lnSpc>
                <a:spcPct val="100000"/>
              </a:lnSpc>
              <a:spcBef>
                <a:spcPts val="0"/>
              </a:spcBef>
              <a:spcAft>
                <a:spcPts val="0"/>
              </a:spcAft>
              <a:buClr>
                <a:srgbClr val="FFFFFF"/>
              </a:buClr>
              <a:buSzPts val="1200"/>
              <a:buFont typeface="Calibri"/>
              <a:buNone/>
            </a:pPr>
            <a:r>
              <a:rPr b="0" i="0" lang="de-DE" sz="1200" u="none" cap="none" strike="noStrike">
                <a:solidFill>
                  <a:srgbClr val="FFFFFF"/>
                </a:solidFill>
                <a:latin typeface="Calibri"/>
                <a:ea typeface="Calibri"/>
                <a:cs typeface="Calibri"/>
                <a:sym typeface="Calibri"/>
              </a:rPr>
              <a:t>August 2023, CC BY-SA 4.0</a:t>
            </a:r>
            <a:endParaRPr/>
          </a:p>
        </p:txBody>
      </p:sp>
      <p:sp>
        <p:nvSpPr>
          <p:cNvPr id="246" name="Google Shape;246;p25"/>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normAutofit fontScale="92500" lnSpcReduction="10000"/>
          </a:bodyPr>
          <a:lstStyle/>
          <a:p>
            <a:pPr indent="0" lvl="0" marL="0" rtl="0" algn="r">
              <a:lnSpc>
                <a:spcPct val="100000"/>
              </a:lnSpc>
              <a:spcBef>
                <a:spcPts val="0"/>
              </a:spcBef>
              <a:spcAft>
                <a:spcPts val="0"/>
              </a:spcAft>
              <a:buClr>
                <a:srgbClr val="FFFFFF"/>
              </a:buClr>
              <a:buSzPct val="100000"/>
              <a:buFont typeface="Calibri"/>
              <a:buNone/>
            </a:pPr>
            <a:fld id="{00000000-1234-1234-1234-123412341234}" type="slidenum">
              <a:rPr b="0" i="0" lang="de-DE" sz="1200" u="none" cap="none" strike="noStrike">
                <a:solidFill>
                  <a:srgbClr val="FFFFFF"/>
                </a:solidFill>
                <a:latin typeface="Calibri"/>
                <a:ea typeface="Calibri"/>
                <a:cs typeface="Calibri"/>
                <a:sym typeface="Calibri"/>
              </a:rPr>
              <a:t>‹#›</a:t>
            </a:fld>
            <a:endParaRPr b="0" i="0" sz="1200" u="none" cap="none" strike="noStrike">
              <a:solidFill>
                <a:srgbClr val="FFFFFF"/>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26"/>
          <p:cNvSpPr txBox="1"/>
          <p:nvPr/>
        </p:nvSpPr>
        <p:spPr>
          <a:xfrm>
            <a:off x="4084319" y="6414760"/>
            <a:ext cx="4023362" cy="248305"/>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v2.0</a:t>
            </a:r>
            <a:endParaRPr/>
          </a:p>
        </p:txBody>
      </p:sp>
      <p:sp>
        <p:nvSpPr>
          <p:cNvPr id="252" name="Google Shape;252;p26"/>
          <p:cNvSpPr txBox="1"/>
          <p:nvPr/>
        </p:nvSpPr>
        <p:spPr>
          <a:xfrm>
            <a:off x="883919" y="6414760"/>
            <a:ext cx="2651762" cy="248305"/>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August 2023, CC BY-SA 4.0</a:t>
            </a:r>
            <a:endParaRPr/>
          </a:p>
        </p:txBody>
      </p:sp>
      <p:sp>
        <p:nvSpPr>
          <p:cNvPr id="253" name="Google Shape;253;p26"/>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sz="1200">
                <a:solidFill>
                  <a:srgbClr val="888888"/>
                </a:solidFill>
              </a:rPr>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57" name="Shape 257"/>
        <p:cNvGrpSpPr/>
        <p:nvPr/>
      </p:nvGrpSpPr>
      <p:grpSpPr>
        <a:xfrm>
          <a:off x="0" y="0"/>
          <a:ext cx="0" cy="0"/>
          <a:chOff x="0" y="0"/>
          <a:chExt cx="0" cy="0"/>
        </a:xfrm>
      </p:grpSpPr>
      <p:sp>
        <p:nvSpPr>
          <p:cNvPr id="258" name="Google Shape;258;p27"/>
          <p:cNvSpPr txBox="1"/>
          <p:nvPr/>
        </p:nvSpPr>
        <p:spPr>
          <a:xfrm>
            <a:off x="4084319" y="6414760"/>
            <a:ext cx="4023362" cy="248305"/>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v2.0</a:t>
            </a:r>
            <a:endParaRPr/>
          </a:p>
        </p:txBody>
      </p:sp>
      <p:sp>
        <p:nvSpPr>
          <p:cNvPr id="259" name="Google Shape;259;p27"/>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b="0" i="0" lang="de-DE" sz="4400" u="none" cap="none" strike="noStrike">
                <a:solidFill>
                  <a:srgbClr val="000000"/>
                </a:solidFill>
                <a:latin typeface="Calibri"/>
                <a:ea typeface="Calibri"/>
                <a:cs typeface="Calibri"/>
                <a:sym typeface="Calibri"/>
              </a:rPr>
              <a:t>The agile development cycle</a:t>
            </a:r>
            <a:endParaRPr/>
          </a:p>
        </p:txBody>
      </p:sp>
      <p:sp>
        <p:nvSpPr>
          <p:cNvPr id="260" name="Google Shape;260;p27"/>
          <p:cNvSpPr txBox="1"/>
          <p:nvPr/>
        </p:nvSpPr>
        <p:spPr>
          <a:xfrm>
            <a:off x="883919" y="6414760"/>
            <a:ext cx="2651762" cy="248305"/>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August 2023, CC BY-SA 4.0</a:t>
            </a:r>
            <a:endParaRPr/>
          </a:p>
        </p:txBody>
      </p:sp>
      <p:sp>
        <p:nvSpPr>
          <p:cNvPr id="261" name="Google Shape;261;p27"/>
          <p:cNvSpPr txBox="1"/>
          <p:nvPr/>
        </p:nvSpPr>
        <p:spPr>
          <a:xfrm>
            <a:off x="7581880" y="2420888"/>
            <a:ext cx="1778537" cy="408941"/>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D9D9D9"/>
              </a:buClr>
              <a:buSzPts val="2100"/>
              <a:buFont typeface="Consolas"/>
              <a:buNone/>
            </a:pPr>
            <a:r>
              <a:rPr b="0" i="0" lang="de-DE" sz="2100" u="none" cap="none" strike="noStrike">
                <a:solidFill>
                  <a:srgbClr val="D9D9D9"/>
                </a:solidFill>
                <a:latin typeface="Consolas"/>
                <a:ea typeface="Consolas"/>
                <a:cs typeface="Consolas"/>
                <a:sym typeface="Consolas"/>
              </a:rPr>
              <a:t>pytest</a:t>
            </a:r>
            <a:endParaRPr b="0" i="0" sz="2100" u="none" cap="none" strike="noStrike">
              <a:solidFill>
                <a:srgbClr val="D9D9D9"/>
              </a:solidFill>
              <a:latin typeface="Consolas"/>
              <a:ea typeface="Consolas"/>
              <a:cs typeface="Consolas"/>
              <a:sym typeface="Consolas"/>
            </a:endParaRPr>
          </a:p>
        </p:txBody>
      </p:sp>
      <p:sp>
        <p:nvSpPr>
          <p:cNvPr id="262" name="Google Shape;262;p27"/>
          <p:cNvSpPr txBox="1"/>
          <p:nvPr/>
        </p:nvSpPr>
        <p:spPr>
          <a:xfrm>
            <a:off x="7581880" y="4509120"/>
            <a:ext cx="2147705" cy="408941"/>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000000"/>
              </a:buClr>
              <a:buSzPts val="2100"/>
              <a:buFont typeface="Consolas"/>
              <a:buNone/>
            </a:pPr>
            <a:r>
              <a:rPr b="0" i="0" lang="de-DE" sz="2100" u="none" cap="none" strike="noStrike">
                <a:solidFill>
                  <a:srgbClr val="000000"/>
                </a:solidFill>
                <a:latin typeface="Consolas"/>
                <a:ea typeface="Consolas"/>
                <a:cs typeface="Consolas"/>
                <a:sym typeface="Consolas"/>
              </a:rPr>
              <a:t>pdb</a:t>
            </a:r>
            <a:endParaRPr b="0" i="0" sz="2100" u="none" cap="none" strike="noStrike">
              <a:solidFill>
                <a:srgbClr val="000000"/>
              </a:solidFill>
              <a:latin typeface="Consolas"/>
              <a:ea typeface="Consolas"/>
              <a:cs typeface="Consolas"/>
              <a:sym typeface="Consolas"/>
            </a:endParaRPr>
          </a:p>
        </p:txBody>
      </p:sp>
      <p:sp>
        <p:nvSpPr>
          <p:cNvPr id="263" name="Google Shape;263;p27"/>
          <p:cNvSpPr txBox="1"/>
          <p:nvPr/>
        </p:nvSpPr>
        <p:spPr>
          <a:xfrm>
            <a:off x="7581880" y="5175484"/>
            <a:ext cx="2644865" cy="1043941"/>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D9D9D9"/>
              </a:buClr>
              <a:buSzPts val="2100"/>
              <a:buFont typeface="Consolas"/>
              <a:buNone/>
            </a:pPr>
            <a:r>
              <a:rPr b="0" i="0" lang="de-DE" sz="2100" u="none" cap="none" strike="noStrike">
                <a:solidFill>
                  <a:srgbClr val="D9D9D9"/>
                </a:solidFill>
                <a:latin typeface="Consolas"/>
                <a:ea typeface="Consolas"/>
                <a:cs typeface="Consolas"/>
                <a:sym typeface="Consolas"/>
              </a:rPr>
              <a:t>timeit</a:t>
            </a:r>
            <a:endParaRPr/>
          </a:p>
          <a:p>
            <a:pPr indent="0" lvl="0" marL="0" marR="0" rtl="0" algn="l">
              <a:lnSpc>
                <a:spcPct val="100000"/>
              </a:lnSpc>
              <a:spcBef>
                <a:spcPts val="0"/>
              </a:spcBef>
              <a:spcAft>
                <a:spcPts val="0"/>
              </a:spcAft>
              <a:buClr>
                <a:srgbClr val="D9D9D9"/>
              </a:buClr>
              <a:buSzPts val="2100"/>
              <a:buFont typeface="Consolas"/>
              <a:buNone/>
            </a:pPr>
            <a:r>
              <a:rPr b="0" i="0" lang="de-DE" sz="2100" u="none" cap="none" strike="noStrike">
                <a:solidFill>
                  <a:srgbClr val="D9D9D9"/>
                </a:solidFill>
                <a:latin typeface="Consolas"/>
                <a:ea typeface="Consolas"/>
                <a:cs typeface="Consolas"/>
                <a:sym typeface="Consolas"/>
              </a:rPr>
              <a:t>cProfile</a:t>
            </a:r>
            <a:endParaRPr/>
          </a:p>
          <a:p>
            <a:pPr indent="0" lvl="0" marL="0" marR="0" rtl="0" algn="l">
              <a:lnSpc>
                <a:spcPct val="100000"/>
              </a:lnSpc>
              <a:spcBef>
                <a:spcPts val="0"/>
              </a:spcBef>
              <a:spcAft>
                <a:spcPts val="0"/>
              </a:spcAft>
              <a:buClr>
                <a:srgbClr val="D9D9D9"/>
              </a:buClr>
              <a:buSzPts val="2100"/>
              <a:buFont typeface="Consolas"/>
              <a:buNone/>
            </a:pPr>
            <a:r>
              <a:rPr b="0" i="0" lang="de-DE" sz="2100" u="none" cap="none" strike="noStrike">
                <a:solidFill>
                  <a:srgbClr val="D9D9D9"/>
                </a:solidFill>
                <a:latin typeface="Consolas"/>
                <a:ea typeface="Consolas"/>
                <a:cs typeface="Consolas"/>
                <a:sym typeface="Consolas"/>
              </a:rPr>
              <a:t>line_profiler</a:t>
            </a:r>
            <a:endParaRPr/>
          </a:p>
        </p:txBody>
      </p:sp>
      <p:grpSp>
        <p:nvGrpSpPr>
          <p:cNvPr id="264" name="Google Shape;264;p27"/>
          <p:cNvGrpSpPr/>
          <p:nvPr/>
        </p:nvGrpSpPr>
        <p:grpSpPr>
          <a:xfrm>
            <a:off x="1919534" y="1298320"/>
            <a:ext cx="4680530" cy="4823953"/>
            <a:chOff x="-1" y="0"/>
            <a:chExt cx="4680529" cy="4823952"/>
          </a:xfrm>
        </p:grpSpPr>
        <p:grpSp>
          <p:nvGrpSpPr>
            <p:cNvPr id="265" name="Google Shape;265;p27"/>
            <p:cNvGrpSpPr/>
            <p:nvPr/>
          </p:nvGrpSpPr>
          <p:grpSpPr>
            <a:xfrm>
              <a:off x="829241" y="0"/>
              <a:ext cx="3851287" cy="4823952"/>
              <a:chOff x="0" y="0"/>
              <a:chExt cx="3851285" cy="4823951"/>
            </a:xfrm>
          </p:grpSpPr>
          <p:grpSp>
            <p:nvGrpSpPr>
              <p:cNvPr id="266" name="Google Shape;266;p27"/>
              <p:cNvGrpSpPr/>
              <p:nvPr/>
            </p:nvGrpSpPr>
            <p:grpSpPr>
              <a:xfrm>
                <a:off x="34856" y="0"/>
                <a:ext cx="3781572" cy="682930"/>
                <a:chOff x="0" y="0"/>
                <a:chExt cx="3781570" cy="682929"/>
              </a:xfrm>
            </p:grpSpPr>
            <p:sp>
              <p:nvSpPr>
                <p:cNvPr id="267" name="Google Shape;267;p27"/>
                <p:cNvSpPr/>
                <p:nvPr/>
              </p:nvSpPr>
              <p:spPr>
                <a:xfrm>
                  <a:off x="0" y="0"/>
                  <a:ext cx="3781570" cy="682929"/>
                </a:xfrm>
                <a:prstGeom prst="roundRect">
                  <a:avLst>
                    <a:gd fmla="val 10000" name="adj"/>
                  </a:avLst>
                </a:prstGeom>
                <a:solidFill>
                  <a:srgbClr val="FFFFFF"/>
                </a:solidFill>
                <a:ln cap="flat" cmpd="sng" w="38100">
                  <a:solidFill>
                    <a:srgbClr val="BFBFBF"/>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268" name="Google Shape;268;p27"/>
                <p:cNvSpPr txBox="1"/>
                <p:nvPr/>
              </p:nvSpPr>
              <p:spPr>
                <a:xfrm>
                  <a:off x="0" y="82934"/>
                  <a:ext cx="3761569" cy="517062"/>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rgbClr val="D9D9D9"/>
                    </a:buClr>
                    <a:buSzPts val="2400"/>
                    <a:buFont typeface="Calibri"/>
                    <a:buNone/>
                  </a:pPr>
                  <a:r>
                    <a:rPr b="0" i="0" lang="de-DE" sz="2400" u="none" cap="none" strike="noStrike">
                      <a:solidFill>
                        <a:srgbClr val="D9D9D9"/>
                      </a:solidFill>
                      <a:latin typeface="Calibri"/>
                      <a:ea typeface="Calibri"/>
                      <a:cs typeface="Calibri"/>
                      <a:sym typeface="Calibri"/>
                    </a:rPr>
                    <a:t>Pick your next feature</a:t>
                  </a:r>
                  <a:endParaRPr/>
                </a:p>
              </p:txBody>
            </p:sp>
          </p:grpSp>
          <p:sp>
            <p:nvSpPr>
              <p:cNvPr id="269" name="Google Shape;269;p27"/>
              <p:cNvSpPr/>
              <p:nvPr/>
            </p:nvSpPr>
            <p:spPr>
              <a:xfrm rot="5400000">
                <a:off x="1797592" y="700002"/>
                <a:ext cx="256099" cy="307319"/>
              </a:xfrm>
              <a:prstGeom prst="rightArrow">
                <a:avLst>
                  <a:gd fmla="val 60000" name="adj1"/>
                  <a:gd fmla="val 50000" name="adj2"/>
                </a:avLst>
              </a:prstGeom>
              <a:solidFill>
                <a:srgbClr val="FFFFFF"/>
              </a:solidFill>
              <a:ln cap="flat" cmpd="sng" w="38100">
                <a:solidFill>
                  <a:srgbClr val="BFBFBF"/>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grpSp>
            <p:nvGrpSpPr>
              <p:cNvPr id="270" name="Google Shape;270;p27"/>
              <p:cNvGrpSpPr/>
              <p:nvPr/>
            </p:nvGrpSpPr>
            <p:grpSpPr>
              <a:xfrm>
                <a:off x="0" y="968828"/>
                <a:ext cx="3851285" cy="794062"/>
                <a:chOff x="0" y="-12121"/>
                <a:chExt cx="3851284" cy="794061"/>
              </a:xfrm>
            </p:grpSpPr>
            <p:sp>
              <p:nvSpPr>
                <p:cNvPr id="271" name="Google Shape;271;p27"/>
                <p:cNvSpPr/>
                <p:nvPr/>
              </p:nvSpPr>
              <p:spPr>
                <a:xfrm>
                  <a:off x="0" y="43444"/>
                  <a:ext cx="3851284" cy="682930"/>
                </a:xfrm>
                <a:prstGeom prst="roundRect">
                  <a:avLst>
                    <a:gd fmla="val 10000" name="adj"/>
                  </a:avLst>
                </a:prstGeom>
                <a:solidFill>
                  <a:srgbClr val="FFFFFF"/>
                </a:solidFill>
                <a:ln cap="flat" cmpd="sng" w="38100">
                  <a:solidFill>
                    <a:srgbClr val="BFBFBF"/>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D9D9D9"/>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272" name="Google Shape;272;p27"/>
                <p:cNvSpPr txBox="1"/>
                <p:nvPr/>
              </p:nvSpPr>
              <p:spPr>
                <a:xfrm>
                  <a:off x="82808" y="-12121"/>
                  <a:ext cx="3748474" cy="794061"/>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rgbClr val="D9D9D9"/>
                    </a:buClr>
                    <a:buSzPts val="2400"/>
                    <a:buFont typeface="Calibri"/>
                    <a:buNone/>
                  </a:pPr>
                  <a:r>
                    <a:rPr b="0" i="0" lang="de-DE" sz="2400" u="none" cap="none" strike="noStrike">
                      <a:solidFill>
                        <a:srgbClr val="D9D9D9"/>
                      </a:solidFill>
                      <a:latin typeface="Calibri"/>
                      <a:ea typeface="Calibri"/>
                      <a:cs typeface="Calibri"/>
                      <a:sym typeface="Calibri"/>
                    </a:rPr>
                    <a:t>Write tests </a:t>
                  </a:r>
                  <a:br>
                    <a:rPr b="0" i="0" lang="de-DE" sz="2400" u="none" cap="none" strike="noStrike">
                      <a:solidFill>
                        <a:srgbClr val="D9D9D9"/>
                      </a:solidFill>
                      <a:latin typeface="Calibri"/>
                      <a:ea typeface="Calibri"/>
                      <a:cs typeface="Calibri"/>
                      <a:sym typeface="Calibri"/>
                    </a:rPr>
                  </a:br>
                  <a:r>
                    <a:rPr b="0" i="0" lang="de-DE" sz="2000" u="none" cap="none" strike="noStrike">
                      <a:solidFill>
                        <a:srgbClr val="D9D9D9"/>
                      </a:solidFill>
                      <a:latin typeface="Calibri"/>
                      <a:ea typeface="Calibri"/>
                      <a:cs typeface="Calibri"/>
                      <a:sym typeface="Calibri"/>
                    </a:rPr>
                    <a:t>to check that feature works </a:t>
                  </a:r>
                  <a:endParaRPr/>
                </a:p>
              </p:txBody>
            </p:sp>
          </p:grpSp>
          <p:sp>
            <p:nvSpPr>
              <p:cNvPr id="273" name="Google Shape;273;p27"/>
              <p:cNvSpPr/>
              <p:nvPr/>
            </p:nvSpPr>
            <p:spPr>
              <a:xfrm rot="5400000">
                <a:off x="1797592" y="1724396"/>
                <a:ext cx="256099" cy="307319"/>
              </a:xfrm>
              <a:prstGeom prst="rightArrow">
                <a:avLst>
                  <a:gd fmla="val 60000" name="adj1"/>
                  <a:gd fmla="val 50000" name="adj2"/>
                </a:avLst>
              </a:prstGeom>
              <a:solidFill>
                <a:srgbClr val="FFFFFF"/>
              </a:solidFill>
              <a:ln cap="flat" cmpd="sng" w="38100">
                <a:solidFill>
                  <a:srgbClr val="BFBFBF"/>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grpSp>
            <p:nvGrpSpPr>
              <p:cNvPr id="274" name="Google Shape;274;p27"/>
              <p:cNvGrpSpPr/>
              <p:nvPr/>
            </p:nvGrpSpPr>
            <p:grpSpPr>
              <a:xfrm>
                <a:off x="15201" y="1993222"/>
                <a:ext cx="3820882" cy="794062"/>
                <a:chOff x="0" y="-12121"/>
                <a:chExt cx="3820880" cy="794061"/>
              </a:xfrm>
            </p:grpSpPr>
            <p:sp>
              <p:nvSpPr>
                <p:cNvPr id="275" name="Google Shape;275;p27"/>
                <p:cNvSpPr/>
                <p:nvPr/>
              </p:nvSpPr>
              <p:spPr>
                <a:xfrm>
                  <a:off x="0" y="43444"/>
                  <a:ext cx="3820880" cy="682930"/>
                </a:xfrm>
                <a:prstGeom prst="roundRect">
                  <a:avLst>
                    <a:gd fmla="val 10000" name="adj"/>
                  </a:avLst>
                </a:prstGeom>
                <a:solidFill>
                  <a:srgbClr val="FFFFFF"/>
                </a:solidFill>
                <a:ln cap="flat" cmpd="sng" w="38100">
                  <a:solidFill>
                    <a:srgbClr val="BFBFBF"/>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276" name="Google Shape;276;p27"/>
                <p:cNvSpPr txBox="1"/>
                <p:nvPr/>
              </p:nvSpPr>
              <p:spPr>
                <a:xfrm>
                  <a:off x="67607" y="-12121"/>
                  <a:ext cx="3733271" cy="794061"/>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rgbClr val="D9D9D9"/>
                    </a:buClr>
                    <a:buSzPts val="2400"/>
                    <a:buFont typeface="Calibri"/>
                    <a:buNone/>
                  </a:pPr>
                  <a:r>
                    <a:rPr b="0" i="0" lang="de-DE" sz="2400" u="none" cap="none" strike="noStrike">
                      <a:solidFill>
                        <a:srgbClr val="D9D9D9"/>
                      </a:solidFill>
                      <a:latin typeface="Calibri"/>
                      <a:ea typeface="Calibri"/>
                      <a:cs typeface="Calibri"/>
                      <a:sym typeface="Calibri"/>
                    </a:rPr>
                    <a:t>Write simplest code </a:t>
                  </a:r>
                  <a:br>
                    <a:rPr b="0" i="0" lang="de-DE" sz="2400" u="none" cap="none" strike="noStrike">
                      <a:solidFill>
                        <a:srgbClr val="D9D9D9"/>
                      </a:solidFill>
                      <a:latin typeface="Calibri"/>
                      <a:ea typeface="Calibri"/>
                      <a:cs typeface="Calibri"/>
                      <a:sym typeface="Calibri"/>
                    </a:rPr>
                  </a:br>
                  <a:r>
                    <a:rPr b="0" i="0" lang="de-DE" sz="2000" u="none" cap="none" strike="noStrike">
                      <a:solidFill>
                        <a:srgbClr val="D9D9D9"/>
                      </a:solidFill>
                      <a:latin typeface="Calibri"/>
                      <a:ea typeface="Calibri"/>
                      <a:cs typeface="Calibri"/>
                      <a:sym typeface="Calibri"/>
                    </a:rPr>
                    <a:t>that makes tests pass</a:t>
                  </a:r>
                  <a:endParaRPr/>
                </a:p>
              </p:txBody>
            </p:sp>
          </p:grpSp>
          <p:sp>
            <p:nvSpPr>
              <p:cNvPr id="277" name="Google Shape;277;p27"/>
              <p:cNvSpPr/>
              <p:nvPr/>
            </p:nvSpPr>
            <p:spPr>
              <a:xfrm rot="5400000">
                <a:off x="1797592" y="2748789"/>
                <a:ext cx="256099" cy="307319"/>
              </a:xfrm>
              <a:prstGeom prst="rightArrow">
                <a:avLst>
                  <a:gd fmla="val 60000" name="adj1"/>
                  <a:gd fmla="val 50000" name="adj2"/>
                </a:avLst>
              </a:prstGeom>
              <a:solidFill>
                <a:srgbClr val="FFFFFF"/>
              </a:solidFill>
              <a:ln cap="flat" cmpd="sng" w="38100">
                <a:solidFill>
                  <a:srgbClr val="BFBFBF"/>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grpSp>
            <p:nvGrpSpPr>
              <p:cNvPr id="278" name="Google Shape;278;p27"/>
              <p:cNvGrpSpPr/>
              <p:nvPr/>
            </p:nvGrpSpPr>
            <p:grpSpPr>
              <a:xfrm>
                <a:off x="15201" y="3029737"/>
                <a:ext cx="3820882" cy="769820"/>
                <a:chOff x="0" y="0"/>
                <a:chExt cx="3820880" cy="769819"/>
              </a:xfrm>
            </p:grpSpPr>
            <p:sp>
              <p:nvSpPr>
                <p:cNvPr id="279" name="Google Shape;279;p27"/>
                <p:cNvSpPr/>
                <p:nvPr/>
              </p:nvSpPr>
              <p:spPr>
                <a:xfrm>
                  <a:off x="0" y="43444"/>
                  <a:ext cx="3820880" cy="682930"/>
                </a:xfrm>
                <a:prstGeom prst="roundRect">
                  <a:avLst>
                    <a:gd fmla="val 10000" name="adj"/>
                  </a:avLst>
                </a:prstGeom>
                <a:solidFill>
                  <a:srgbClr val="FFFFFF"/>
                </a:solidFill>
                <a:ln cap="flat" cmpd="sng" w="38100">
                  <a:solidFill>
                    <a:srgbClr val="0ECC00"/>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280" name="Google Shape;280;p27"/>
                <p:cNvSpPr txBox="1"/>
                <p:nvPr/>
              </p:nvSpPr>
              <p:spPr>
                <a:xfrm>
                  <a:off x="20002" y="0"/>
                  <a:ext cx="3780876" cy="769819"/>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rgbClr val="000000"/>
                    </a:buClr>
                    <a:buSzPts val="2400"/>
                    <a:buFont typeface="Calibri"/>
                    <a:buNone/>
                  </a:pPr>
                  <a:r>
                    <a:rPr b="0" i="0" lang="de-DE" sz="2400" u="none" cap="none" strike="noStrike">
                      <a:solidFill>
                        <a:srgbClr val="000000"/>
                      </a:solidFill>
                      <a:latin typeface="Calibri"/>
                      <a:ea typeface="Calibri"/>
                      <a:cs typeface="Calibri"/>
                      <a:sym typeface="Calibri"/>
                    </a:rPr>
                    <a:t>Run tests and debug </a:t>
                  </a:r>
                  <a:br>
                    <a:rPr b="0" i="0" lang="de-DE" sz="2400" u="none" cap="none" strike="noStrike">
                      <a:solidFill>
                        <a:srgbClr val="000000"/>
                      </a:solidFill>
                      <a:latin typeface="Calibri"/>
                      <a:ea typeface="Calibri"/>
                      <a:cs typeface="Calibri"/>
                      <a:sym typeface="Calibri"/>
                    </a:rPr>
                  </a:br>
                  <a:r>
                    <a:rPr b="0" i="0" lang="de-DE" sz="2000" u="none" cap="none" strike="noStrike">
                      <a:solidFill>
                        <a:srgbClr val="000000"/>
                      </a:solidFill>
                      <a:latin typeface="Calibri"/>
                      <a:ea typeface="Calibri"/>
                      <a:cs typeface="Calibri"/>
                      <a:sym typeface="Calibri"/>
                    </a:rPr>
                    <a:t>until </a:t>
                  </a:r>
                  <a:r>
                    <a:rPr b="0" i="1" lang="de-DE" sz="2000" u="none" cap="none" strike="noStrike">
                      <a:solidFill>
                        <a:srgbClr val="000000"/>
                      </a:solidFill>
                      <a:latin typeface="Calibri"/>
                      <a:ea typeface="Calibri"/>
                      <a:cs typeface="Calibri"/>
                      <a:sym typeface="Calibri"/>
                    </a:rPr>
                    <a:t>all</a:t>
                  </a:r>
                  <a:r>
                    <a:rPr b="0" i="0" lang="de-DE" sz="2000" u="none" cap="none" strike="noStrike">
                      <a:solidFill>
                        <a:srgbClr val="000000"/>
                      </a:solidFill>
                      <a:latin typeface="Calibri"/>
                      <a:ea typeface="Calibri"/>
                      <a:cs typeface="Calibri"/>
                      <a:sym typeface="Calibri"/>
                    </a:rPr>
                    <a:t> tests pass</a:t>
                  </a:r>
                  <a:endParaRPr/>
                </a:p>
              </p:txBody>
            </p:sp>
          </p:grpSp>
          <p:sp>
            <p:nvSpPr>
              <p:cNvPr id="281" name="Google Shape;281;p27"/>
              <p:cNvSpPr/>
              <p:nvPr/>
            </p:nvSpPr>
            <p:spPr>
              <a:xfrm rot="5400000">
                <a:off x="1797592" y="3773183"/>
                <a:ext cx="256099" cy="307319"/>
              </a:xfrm>
              <a:prstGeom prst="rightArrow">
                <a:avLst>
                  <a:gd fmla="val 60000" name="adj1"/>
                  <a:gd fmla="val 50000" name="adj2"/>
                </a:avLst>
              </a:prstGeom>
              <a:solidFill>
                <a:srgbClr val="FFFFFF"/>
              </a:solidFill>
              <a:ln cap="flat" cmpd="sng" w="38100">
                <a:solidFill>
                  <a:srgbClr val="BFBFBF"/>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grpSp>
            <p:nvGrpSpPr>
              <p:cNvPr id="282" name="Google Shape;282;p27"/>
              <p:cNvGrpSpPr/>
              <p:nvPr/>
            </p:nvGrpSpPr>
            <p:grpSpPr>
              <a:xfrm>
                <a:off x="15201" y="4054130"/>
                <a:ext cx="3820882" cy="769821"/>
                <a:chOff x="0" y="0"/>
                <a:chExt cx="3820880" cy="769819"/>
              </a:xfrm>
            </p:grpSpPr>
            <p:sp>
              <p:nvSpPr>
                <p:cNvPr id="283" name="Google Shape;283;p27"/>
                <p:cNvSpPr/>
                <p:nvPr/>
              </p:nvSpPr>
              <p:spPr>
                <a:xfrm>
                  <a:off x="0" y="43444"/>
                  <a:ext cx="3820880" cy="682930"/>
                </a:xfrm>
                <a:prstGeom prst="roundRect">
                  <a:avLst>
                    <a:gd fmla="val 10000" name="adj"/>
                  </a:avLst>
                </a:prstGeom>
                <a:solidFill>
                  <a:srgbClr val="FFFFFF"/>
                </a:solidFill>
                <a:ln cap="flat" cmpd="sng" w="38100">
                  <a:solidFill>
                    <a:srgbClr val="BFBFBF"/>
                  </a:solidFill>
                  <a:prstDash val="solid"/>
                  <a:round/>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284" name="Google Shape;284;p27"/>
                <p:cNvSpPr txBox="1"/>
                <p:nvPr/>
              </p:nvSpPr>
              <p:spPr>
                <a:xfrm>
                  <a:off x="20002" y="0"/>
                  <a:ext cx="3780876" cy="769819"/>
                </a:xfrm>
                <a:prstGeom prst="rect">
                  <a:avLst/>
                </a:prstGeom>
                <a:noFill/>
                <a:ln>
                  <a:noFill/>
                </a:ln>
              </p:spPr>
              <p:txBody>
                <a:bodyPr anchorCtr="0" anchor="ctr" bIns="91425" lIns="91425" spcFirstLastPara="1" rIns="91425" wrap="square" tIns="91425">
                  <a:spAutoFit/>
                </a:bodyPr>
                <a:lstStyle/>
                <a:p>
                  <a:pPr indent="0" lvl="0" marL="0" marR="0" rtl="0" algn="ctr">
                    <a:lnSpc>
                      <a:spcPct val="90000"/>
                    </a:lnSpc>
                    <a:spcBef>
                      <a:spcPts val="0"/>
                    </a:spcBef>
                    <a:spcAft>
                      <a:spcPts val="0"/>
                    </a:spcAft>
                    <a:buClr>
                      <a:srgbClr val="D9D9D9"/>
                    </a:buClr>
                    <a:buSzPts val="2400"/>
                    <a:buFont typeface="Calibri"/>
                    <a:buNone/>
                  </a:pPr>
                  <a:r>
                    <a:rPr b="0" i="0" lang="de-DE" sz="2400" u="none" cap="none" strike="noStrike">
                      <a:solidFill>
                        <a:srgbClr val="D9D9D9"/>
                      </a:solidFill>
                      <a:latin typeface="Calibri"/>
                      <a:ea typeface="Calibri"/>
                      <a:cs typeface="Calibri"/>
                      <a:sym typeface="Calibri"/>
                    </a:rPr>
                    <a:t>Refactor and optimize </a:t>
                  </a:r>
                  <a:br>
                    <a:rPr b="0" i="0" lang="de-DE" sz="2400" u="none" cap="none" strike="noStrike">
                      <a:solidFill>
                        <a:srgbClr val="D9D9D9"/>
                      </a:solidFill>
                      <a:latin typeface="Calibri"/>
                      <a:ea typeface="Calibri"/>
                      <a:cs typeface="Calibri"/>
                      <a:sym typeface="Calibri"/>
                    </a:rPr>
                  </a:br>
                  <a:r>
                    <a:rPr b="0" i="0" lang="de-DE" sz="2000" u="none" cap="none" strike="noStrike">
                      <a:solidFill>
                        <a:srgbClr val="D9D9D9"/>
                      </a:solidFill>
                      <a:latin typeface="Calibri"/>
                      <a:ea typeface="Calibri"/>
                      <a:cs typeface="Calibri"/>
                      <a:sym typeface="Calibri"/>
                    </a:rPr>
                    <a:t>only if necessary</a:t>
                  </a:r>
                  <a:endParaRPr/>
                </a:p>
              </p:txBody>
            </p:sp>
          </p:grpSp>
        </p:grpSp>
        <p:sp>
          <p:nvSpPr>
            <p:cNvPr id="285" name="Google Shape;285;p27"/>
            <p:cNvSpPr/>
            <p:nvPr/>
          </p:nvSpPr>
          <p:spPr>
            <a:xfrm rot="-5400000">
              <a:off x="-1800200" y="1914656"/>
              <a:ext cx="4392488" cy="792089"/>
            </a:xfrm>
            <a:custGeom>
              <a:rect b="b" l="l" r="r" t="t"/>
              <a:pathLst>
                <a:path extrusionOk="0" h="21600" w="2160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cap="flat" cmpd="sng" w="38100">
              <a:solidFill>
                <a:srgbClr val="BFBFBF"/>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800"/>
                <a:buFont typeface="Calibri"/>
                <a:buNone/>
              </a:pPr>
              <a:r>
                <a:t/>
              </a:r>
              <a:endParaRPr b="0" i="0" sz="1800" u="none" cap="none" strike="noStrike">
                <a:solidFill>
                  <a:srgbClr val="000000"/>
                </a:solidFill>
                <a:latin typeface="Calibri"/>
                <a:ea typeface="Calibri"/>
                <a:cs typeface="Calibri"/>
                <a:sym typeface="Calibri"/>
              </a:endParaRPr>
            </a:p>
          </p:txBody>
        </p:sp>
      </p:grpSp>
      <p:sp>
        <p:nvSpPr>
          <p:cNvPr id="286" name="Google Shape;286;p27"/>
          <p:cNvSpPr/>
          <p:nvPr/>
        </p:nvSpPr>
        <p:spPr>
          <a:xfrm flipH="1" rot="5400000">
            <a:off x="6312024" y="4869160"/>
            <a:ext cx="1296145" cy="576065"/>
          </a:xfrm>
          <a:custGeom>
            <a:rect b="b" l="l" r="r" t="t"/>
            <a:pathLst>
              <a:path extrusionOk="0" h="21600" w="2160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cap="flat" cmpd="sng" w="38100">
            <a:solidFill>
              <a:srgbClr val="BFBFBF"/>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800"/>
              <a:buFont typeface="Calibri"/>
              <a:buNone/>
            </a:pPr>
            <a:r>
              <a:t/>
            </a:r>
            <a:endParaRPr b="0" i="0" sz="1800" u="none" cap="none" strike="noStrike">
              <a:solidFill>
                <a:srgbClr val="000000"/>
              </a:solidFill>
              <a:latin typeface="Calibri"/>
              <a:ea typeface="Calibri"/>
              <a:cs typeface="Calibri"/>
              <a:sym typeface="Calibri"/>
            </a:endParaRPr>
          </a:p>
        </p:txBody>
      </p:sp>
      <p:pic>
        <p:nvPicPr>
          <p:cNvPr descr="Picture 6" id="287" name="Google Shape;287;p27"/>
          <p:cNvPicPr preferRelativeResize="0"/>
          <p:nvPr/>
        </p:nvPicPr>
        <p:blipFill rotWithShape="1">
          <a:blip r:embed="rId3">
            <a:alphaModFix/>
          </a:blip>
          <a:srcRect b="0" l="0" r="0" t="0"/>
          <a:stretch/>
        </p:blipFill>
        <p:spPr>
          <a:xfrm flipH="1">
            <a:off x="9727702" y="4149080"/>
            <a:ext cx="2386137" cy="2386137"/>
          </a:xfrm>
          <a:prstGeom prst="rect">
            <a:avLst/>
          </a:prstGeom>
          <a:noFill/>
          <a:ln>
            <a:noFill/>
          </a:ln>
        </p:spPr>
      </p:pic>
      <p:sp>
        <p:nvSpPr>
          <p:cNvPr id="288" name="Google Shape;288;p27"/>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28"/>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sp>
        <p:nvSpPr>
          <p:cNvPr id="294" name="Google Shape;294;p28"/>
          <p:cNvSpPr txBox="1"/>
          <p:nvPr/>
        </p:nvSpPr>
        <p:spPr>
          <a:xfrm>
            <a:off x="2294626" y="3666226"/>
            <a:ext cx="7935825" cy="646329"/>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000000"/>
              </a:buClr>
              <a:buSzPts val="1800"/>
              <a:buFont typeface="Calibri"/>
              <a:buNone/>
            </a:pPr>
            <a:r>
              <a:rPr b="0" i="0" lang="de-DE" sz="1800" u="none" cap="none" strike="noStrike">
                <a:solidFill>
                  <a:srgbClr val="000000"/>
                </a:solidFill>
                <a:latin typeface="Calibri"/>
                <a:ea typeface="Calibri"/>
                <a:cs typeface="Calibri"/>
                <a:sym typeface="Calibri"/>
              </a:rPr>
              <a:t>talk about testing directory and that it only works to have tests in a different folder </a:t>
            </a:r>
            <a:endParaRPr/>
          </a:p>
          <a:p>
            <a:pPr indent="0" lvl="0" marL="0" marR="0" rtl="0" algn="l">
              <a:lnSpc>
                <a:spcPct val="100000"/>
              </a:lnSpc>
              <a:spcBef>
                <a:spcPts val="0"/>
              </a:spcBef>
              <a:spcAft>
                <a:spcPts val="0"/>
              </a:spcAft>
              <a:buClr>
                <a:srgbClr val="000000"/>
              </a:buClr>
              <a:buSzPts val="1800"/>
              <a:buFont typeface="Calibri"/>
              <a:buNone/>
            </a:pPr>
            <a:r>
              <a:rPr b="0" i="0" lang="de-DE" sz="1800" u="none" cap="none" strike="noStrike">
                <a:solidFill>
                  <a:srgbClr val="000000"/>
                </a:solidFill>
                <a:latin typeface="Calibri"/>
                <a:ea typeface="Calibri"/>
                <a:cs typeface="Calibri"/>
                <a:sym typeface="Calibri"/>
              </a:rPr>
              <a:t>if you have installed your code as a package</a:t>
            </a:r>
            <a:endParaRPr b="0" i="0" sz="1800" u="none" cap="none" strike="noStrike">
              <a:solidFill>
                <a:srgbClr val="000000"/>
              </a:solidFill>
              <a:latin typeface="Calibri"/>
              <a:ea typeface="Calibri"/>
              <a:cs typeface="Calibri"/>
              <a:sym typeface="Calibri"/>
            </a:endParaRPr>
          </a:p>
        </p:txBody>
      </p:sp>
      <p:sp>
        <p:nvSpPr>
          <p:cNvPr id="295" name="Google Shape;295;p28"/>
          <p:cNvSpPr txBox="1"/>
          <p:nvPr/>
        </p:nvSpPr>
        <p:spPr>
          <a:xfrm>
            <a:off x="4084319" y="6400413"/>
            <a:ext cx="4023362" cy="276999"/>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v3.0</a:t>
            </a:r>
            <a:endParaRPr/>
          </a:p>
        </p:txBody>
      </p:sp>
      <p:sp>
        <p:nvSpPr>
          <p:cNvPr id="296" name="Google Shape;296;p28"/>
          <p:cNvSpPr txBox="1"/>
          <p:nvPr/>
        </p:nvSpPr>
        <p:spPr>
          <a:xfrm>
            <a:off x="883919" y="6400413"/>
            <a:ext cx="2651762" cy="276999"/>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July 2026, CC BY-SA 4.0</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29"/>
          <p:cNvSpPr txBox="1"/>
          <p:nvPr/>
        </p:nvSpPr>
        <p:spPr>
          <a:xfrm>
            <a:off x="4084319" y="6414760"/>
            <a:ext cx="4023362" cy="248305"/>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v2.0</a:t>
            </a:r>
            <a:endParaRPr/>
          </a:p>
        </p:txBody>
      </p:sp>
      <p:sp>
        <p:nvSpPr>
          <p:cNvPr id="302" name="Google Shape;302;p29"/>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b="0" i="0" lang="de-DE" sz="4400" u="none" cap="none" strike="noStrike">
                <a:solidFill>
                  <a:srgbClr val="000000"/>
                </a:solidFill>
                <a:latin typeface="Calibri"/>
                <a:ea typeface="Calibri"/>
                <a:cs typeface="Calibri"/>
                <a:sym typeface="Calibri"/>
              </a:rPr>
              <a:t>Entering the debugger from Jupyter</a:t>
            </a:r>
            <a:endParaRPr/>
          </a:p>
        </p:txBody>
      </p:sp>
      <p:sp>
        <p:nvSpPr>
          <p:cNvPr id="303" name="Google Shape;303;p29"/>
          <p:cNvSpPr txBox="1"/>
          <p:nvPr>
            <p:ph idx="1" type="body"/>
          </p:nvPr>
        </p:nvSpPr>
        <p:spPr>
          <a:xfrm>
            <a:off x="838200" y="1484783"/>
            <a:ext cx="10515600" cy="4692181"/>
          </a:xfrm>
          <a:prstGeom prst="rect">
            <a:avLst/>
          </a:prstGeom>
          <a:noFill/>
          <a:ln>
            <a:noFill/>
          </a:ln>
        </p:spPr>
        <p:txBody>
          <a:bodyPr anchorCtr="0" anchor="t" bIns="45700" lIns="45700" spcFirstLastPara="1" rIns="45700" wrap="square" tIns="45700">
            <a:normAutofit/>
          </a:bodyPr>
          <a:lstStyle/>
          <a:p>
            <a:pPr indent="-228600" lvl="0" marL="228600" rtl="0" algn="l">
              <a:lnSpc>
                <a:spcPct val="90000"/>
              </a:lnSpc>
              <a:spcBef>
                <a:spcPts val="0"/>
              </a:spcBef>
              <a:spcAft>
                <a:spcPts val="0"/>
              </a:spcAft>
              <a:buClr>
                <a:srgbClr val="000000"/>
              </a:buClr>
              <a:buSzPts val="2800"/>
              <a:buChar char="•"/>
            </a:pPr>
            <a:r>
              <a:rPr lang="de-DE">
                <a:latin typeface="Consolas"/>
                <a:ea typeface="Consolas"/>
                <a:cs typeface="Consolas"/>
                <a:sym typeface="Consolas"/>
              </a:rPr>
              <a:t>%pdb </a:t>
            </a:r>
            <a:r>
              <a:rPr lang="de-DE">
                <a:latin typeface="Calibri"/>
                <a:ea typeface="Calibri"/>
                <a:cs typeface="Calibri"/>
                <a:sym typeface="Calibri"/>
              </a:rPr>
              <a:t>– preventive</a:t>
            </a:r>
            <a:endParaRPr>
              <a:latin typeface="Courier New"/>
              <a:ea typeface="Courier New"/>
              <a:cs typeface="Courier New"/>
              <a:sym typeface="Courier New"/>
            </a:endParaRPr>
          </a:p>
          <a:p>
            <a:pPr indent="-228600" lvl="0" marL="228600" rtl="0" algn="l">
              <a:lnSpc>
                <a:spcPct val="90000"/>
              </a:lnSpc>
              <a:spcBef>
                <a:spcPts val="1000"/>
              </a:spcBef>
              <a:spcAft>
                <a:spcPts val="0"/>
              </a:spcAft>
              <a:buClr>
                <a:srgbClr val="000000"/>
              </a:buClr>
              <a:buSzPts val="2800"/>
              <a:buChar char="•"/>
            </a:pPr>
            <a:r>
              <a:rPr lang="de-DE">
                <a:latin typeface="Consolas"/>
                <a:ea typeface="Consolas"/>
                <a:cs typeface="Consolas"/>
                <a:sym typeface="Consolas"/>
              </a:rPr>
              <a:t>%debug </a:t>
            </a:r>
            <a:r>
              <a:rPr lang="de-DE">
                <a:latin typeface="Calibri"/>
                <a:ea typeface="Calibri"/>
                <a:cs typeface="Calibri"/>
                <a:sym typeface="Calibri"/>
              </a:rPr>
              <a:t>– post-mortem</a:t>
            </a:r>
            <a:endParaRPr/>
          </a:p>
        </p:txBody>
      </p:sp>
      <p:sp>
        <p:nvSpPr>
          <p:cNvPr id="304" name="Google Shape;304;p29"/>
          <p:cNvSpPr txBox="1"/>
          <p:nvPr/>
        </p:nvSpPr>
        <p:spPr>
          <a:xfrm>
            <a:off x="883919" y="6414760"/>
            <a:ext cx="2651762" cy="248305"/>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August 2023, CC BY-SA 4.0</a:t>
            </a:r>
            <a:endParaRPr/>
          </a:p>
        </p:txBody>
      </p:sp>
      <p:sp>
        <p:nvSpPr>
          <p:cNvPr id="305" name="Google Shape;305;p29"/>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pic>
        <p:nvPicPr>
          <p:cNvPr descr="Picture 6" id="306" name="Google Shape;306;p29"/>
          <p:cNvPicPr preferRelativeResize="0"/>
          <p:nvPr/>
        </p:nvPicPr>
        <p:blipFill rotWithShape="1">
          <a:blip r:embed="rId3">
            <a:alphaModFix/>
          </a:blip>
          <a:srcRect b="0" l="0" r="0" t="0"/>
          <a:stretch/>
        </p:blipFill>
        <p:spPr>
          <a:xfrm>
            <a:off x="8638439" y="3610624"/>
            <a:ext cx="2743201" cy="2743201"/>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 name="Shape 310"/>
        <p:cNvGrpSpPr/>
        <p:nvPr/>
      </p:nvGrpSpPr>
      <p:grpSpPr>
        <a:xfrm>
          <a:off x="0" y="0"/>
          <a:ext cx="0" cy="0"/>
          <a:chOff x="0" y="0"/>
          <a:chExt cx="0" cy="0"/>
        </a:xfrm>
      </p:grpSpPr>
      <p:sp>
        <p:nvSpPr>
          <p:cNvPr id="311" name="Google Shape;311;p30"/>
          <p:cNvSpPr txBox="1"/>
          <p:nvPr/>
        </p:nvSpPr>
        <p:spPr>
          <a:xfrm>
            <a:off x="4084319" y="6414760"/>
            <a:ext cx="4023362" cy="248305"/>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v2.0</a:t>
            </a:r>
            <a:endParaRPr/>
          </a:p>
        </p:txBody>
      </p:sp>
      <p:sp>
        <p:nvSpPr>
          <p:cNvPr id="312" name="Google Shape;312;p30"/>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b="0" i="0" lang="de-DE" sz="4400" u="none" cap="none" strike="noStrike">
                <a:solidFill>
                  <a:srgbClr val="000000"/>
                </a:solidFill>
                <a:latin typeface="Calibri"/>
                <a:ea typeface="Calibri"/>
                <a:cs typeface="Calibri"/>
                <a:sym typeface="Calibri"/>
              </a:rPr>
              <a:t>Hands-on!</a:t>
            </a:r>
            <a:endParaRPr/>
          </a:p>
        </p:txBody>
      </p:sp>
      <p:sp>
        <p:nvSpPr>
          <p:cNvPr id="313" name="Google Shape;313;p30"/>
          <p:cNvSpPr txBox="1"/>
          <p:nvPr>
            <p:ph idx="1" type="body"/>
          </p:nvPr>
        </p:nvSpPr>
        <p:spPr>
          <a:xfrm>
            <a:off x="838199" y="1358454"/>
            <a:ext cx="8138122" cy="4818509"/>
          </a:xfrm>
          <a:prstGeom prst="rect">
            <a:avLst/>
          </a:prstGeom>
          <a:noFill/>
          <a:ln>
            <a:noFill/>
          </a:ln>
        </p:spPr>
        <p:txBody>
          <a:bodyPr anchorCtr="0" anchor="t" bIns="45700" lIns="45700" spcFirstLastPara="1" rIns="45700" wrap="square" tIns="45700">
            <a:normAutofit/>
          </a:bodyPr>
          <a:lstStyle/>
          <a:p>
            <a:pPr indent="-226313" lvl="0" marL="226313" rtl="0" algn="l">
              <a:lnSpc>
                <a:spcPct val="90000"/>
              </a:lnSpc>
              <a:spcBef>
                <a:spcPts val="0"/>
              </a:spcBef>
              <a:spcAft>
                <a:spcPts val="0"/>
              </a:spcAft>
              <a:buClr>
                <a:srgbClr val="000000"/>
              </a:buClr>
              <a:buSzPts val="2700"/>
              <a:buChar char="•"/>
            </a:pPr>
            <a:r>
              <a:rPr lang="de-DE"/>
              <a:t>Go to </a:t>
            </a:r>
            <a:r>
              <a:rPr lang="de-DE" sz="2376">
                <a:latin typeface="Consolas"/>
                <a:ea typeface="Consolas"/>
                <a:cs typeface="Consolas"/>
                <a:sym typeface="Consolas"/>
              </a:rPr>
              <a:t>bug_hunt/file_datastore.py </a:t>
            </a:r>
            <a:r>
              <a:rPr lang="de-DE"/>
              <a:t>and execute it</a:t>
            </a:r>
            <a:br>
              <a:rPr lang="de-DE"/>
            </a:br>
            <a:br>
              <a:rPr lang="de-DE"/>
            </a:br>
            <a:br>
              <a:rPr lang="de-DE"/>
            </a:br>
            <a:endParaRPr/>
          </a:p>
          <a:p>
            <a:pPr indent="-48513" lvl="0" marL="226313" rtl="0" algn="l">
              <a:lnSpc>
                <a:spcPct val="90000"/>
              </a:lnSpc>
              <a:spcBef>
                <a:spcPts val="900"/>
              </a:spcBef>
              <a:spcAft>
                <a:spcPts val="0"/>
              </a:spcAft>
              <a:buClr>
                <a:srgbClr val="000000"/>
              </a:buClr>
              <a:buSzPts val="2800"/>
              <a:buNone/>
            </a:pPr>
            <a:r>
              <a:t/>
            </a:r>
            <a:endParaRPr/>
          </a:p>
          <a:p>
            <a:pPr indent="-48513" lvl="0" marL="226313" rtl="0" algn="l">
              <a:lnSpc>
                <a:spcPct val="90000"/>
              </a:lnSpc>
              <a:spcBef>
                <a:spcPts val="900"/>
              </a:spcBef>
              <a:spcAft>
                <a:spcPts val="0"/>
              </a:spcAft>
              <a:buClr>
                <a:srgbClr val="000000"/>
              </a:buClr>
              <a:buSzPts val="2800"/>
              <a:buNone/>
            </a:pPr>
            <a:r>
              <a:t/>
            </a:r>
            <a:endParaRPr/>
          </a:p>
          <a:p>
            <a:pPr indent="0" lvl="0" marL="0" rtl="0" algn="l">
              <a:lnSpc>
                <a:spcPct val="90000"/>
              </a:lnSpc>
              <a:spcBef>
                <a:spcPts val="900"/>
              </a:spcBef>
              <a:spcAft>
                <a:spcPts val="0"/>
              </a:spcAft>
              <a:buClr>
                <a:srgbClr val="000000"/>
              </a:buClr>
              <a:buSzPts val="2700"/>
              <a:buNone/>
            </a:pPr>
            <a:br>
              <a:rPr lang="de-DE"/>
            </a:br>
            <a:endParaRPr/>
          </a:p>
          <a:p>
            <a:pPr indent="-226313" lvl="0" marL="226313" rtl="0" algn="l">
              <a:lnSpc>
                <a:spcPct val="90000"/>
              </a:lnSpc>
              <a:spcBef>
                <a:spcPts val="900"/>
              </a:spcBef>
              <a:spcAft>
                <a:spcPts val="0"/>
              </a:spcAft>
              <a:buClr>
                <a:srgbClr val="000000"/>
              </a:buClr>
              <a:buSzPts val="2700"/>
              <a:buChar char="•"/>
            </a:pPr>
            <a:r>
              <a:rPr lang="de-DE"/>
              <a:t>It fails! But… it works when the base_path is an absolute path :-(</a:t>
            </a:r>
            <a:endParaRPr/>
          </a:p>
        </p:txBody>
      </p:sp>
      <p:sp>
        <p:nvSpPr>
          <p:cNvPr id="314" name="Google Shape;314;p30"/>
          <p:cNvSpPr txBox="1"/>
          <p:nvPr/>
        </p:nvSpPr>
        <p:spPr>
          <a:xfrm>
            <a:off x="883919" y="6414760"/>
            <a:ext cx="2651762" cy="248305"/>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August 2023, CC BY-SA 4.0</a:t>
            </a:r>
            <a:endParaRPr/>
          </a:p>
        </p:txBody>
      </p:sp>
      <p:sp>
        <p:nvSpPr>
          <p:cNvPr id="315" name="Google Shape;315;p30"/>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sp>
        <p:nvSpPr>
          <p:cNvPr id="316" name="Google Shape;316;p30"/>
          <p:cNvSpPr/>
          <p:nvPr/>
        </p:nvSpPr>
        <p:spPr>
          <a:xfrm>
            <a:off x="152400" y="136524"/>
            <a:ext cx="11848256" cy="6584951"/>
          </a:xfrm>
          <a:prstGeom prst="rect">
            <a:avLst/>
          </a:prstGeom>
          <a:noFill/>
          <a:ln cap="flat" cmpd="sng" w="165100">
            <a:solidFill>
              <a:srgbClr val="00B050"/>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pic>
        <p:nvPicPr>
          <p:cNvPr descr="Picture 2" id="317" name="Google Shape;317;p30"/>
          <p:cNvPicPr preferRelativeResize="0"/>
          <p:nvPr/>
        </p:nvPicPr>
        <p:blipFill rotWithShape="1">
          <a:blip r:embed="rId3">
            <a:alphaModFix/>
          </a:blip>
          <a:srcRect b="0" l="0" r="0" t="0"/>
          <a:stretch/>
        </p:blipFill>
        <p:spPr>
          <a:xfrm>
            <a:off x="8832304" y="3589166"/>
            <a:ext cx="2677490" cy="2677491"/>
          </a:xfrm>
          <a:prstGeom prst="rect">
            <a:avLst/>
          </a:prstGeom>
          <a:noFill/>
          <a:ln>
            <a:noFill/>
          </a:ln>
        </p:spPr>
      </p:pic>
      <p:sp>
        <p:nvSpPr>
          <p:cNvPr id="318" name="Google Shape;318;p30"/>
          <p:cNvSpPr txBox="1"/>
          <p:nvPr/>
        </p:nvSpPr>
        <p:spPr>
          <a:xfrm>
            <a:off x="1124754" y="2274836"/>
            <a:ext cx="7565012" cy="2326641"/>
          </a:xfrm>
          <a:prstGeom prst="rect">
            <a:avLst/>
          </a:prstGeom>
          <a:solidFill>
            <a:srgbClr val="F2F2F2"/>
          </a:solid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080808"/>
              </a:buClr>
              <a:buSzPts val="1800"/>
              <a:buFont typeface="Consolas"/>
              <a:buNone/>
            </a:pPr>
            <a:r>
              <a:t/>
            </a:r>
            <a:endParaRPr b="0" i="0" sz="18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080808"/>
              </a:buClr>
              <a:buSzPts val="1800"/>
              <a:buFont typeface="Consolas"/>
              <a:buNone/>
            </a:pPr>
            <a:r>
              <a:rPr b="0" i="0" lang="de-DE" sz="1800" u="none" cap="none" strike="noStrike">
                <a:solidFill>
                  <a:srgbClr val="080808"/>
                </a:solidFill>
                <a:latin typeface="Consolas"/>
                <a:ea typeface="Consolas"/>
                <a:cs typeface="Consolas"/>
                <a:sym typeface="Consolas"/>
              </a:rPr>
              <a:t>    data = </a:t>
            </a:r>
            <a:r>
              <a:rPr b="0" i="0" lang="de-DE" sz="1800" u="none" cap="none" strike="noStrike">
                <a:solidFill>
                  <a:srgbClr val="8A822D"/>
                </a:solidFill>
                <a:latin typeface="Consolas"/>
                <a:ea typeface="Consolas"/>
                <a:cs typeface="Consolas"/>
                <a:sym typeface="Consolas"/>
              </a:rPr>
              <a:t>b'A test! 012'</a:t>
            </a:r>
            <a:br>
              <a:rPr b="0" i="0" lang="de-DE" sz="1800" u="none" cap="none" strike="noStrike">
                <a:solidFill>
                  <a:srgbClr val="8A822D"/>
                </a:solidFill>
                <a:latin typeface="Consolas"/>
                <a:ea typeface="Consolas"/>
                <a:cs typeface="Consolas"/>
                <a:sym typeface="Consolas"/>
              </a:rPr>
            </a:br>
            <a:r>
              <a:rPr b="0" i="0" lang="de-DE" sz="1800" u="none" cap="none" strike="noStrike">
                <a:solidFill>
                  <a:srgbClr val="8A822D"/>
                </a:solidFill>
                <a:latin typeface="Consolas"/>
                <a:ea typeface="Consolas"/>
                <a:cs typeface="Consolas"/>
                <a:sym typeface="Consolas"/>
              </a:rPr>
              <a:t>    </a:t>
            </a:r>
            <a:r>
              <a:rPr b="0" i="0" lang="de-DE" sz="1800" u="none" cap="none" strike="noStrike">
                <a:solidFill>
                  <a:srgbClr val="080808"/>
                </a:solidFill>
                <a:latin typeface="Consolas"/>
                <a:ea typeface="Consolas"/>
                <a:cs typeface="Consolas"/>
                <a:sym typeface="Consolas"/>
              </a:rPr>
              <a:t>datastore = FileDatastore(</a:t>
            </a:r>
            <a:r>
              <a:rPr b="0" i="0" lang="de-DE" sz="1800" u="none" cap="none" strike="noStrike">
                <a:solidFill>
                  <a:srgbClr val="660099"/>
                </a:solidFill>
                <a:latin typeface="Consolas"/>
                <a:ea typeface="Consolas"/>
                <a:cs typeface="Consolas"/>
                <a:sym typeface="Consolas"/>
              </a:rPr>
              <a:t>base_path</a:t>
            </a:r>
            <a:r>
              <a:rPr b="0" i="0" lang="de-DE" sz="1800" u="none" cap="none" strike="noStrike">
                <a:solidFill>
                  <a:srgbClr val="080808"/>
                </a:solidFill>
                <a:latin typeface="Consolas"/>
                <a:ea typeface="Consolas"/>
                <a:cs typeface="Consolas"/>
                <a:sym typeface="Consolas"/>
              </a:rPr>
              <a:t>=</a:t>
            </a:r>
            <a:r>
              <a:rPr b="0" i="0" lang="de-DE" sz="1800" u="none" cap="none" strike="noStrike">
                <a:solidFill>
                  <a:srgbClr val="067D17"/>
                </a:solidFill>
                <a:latin typeface="Consolas"/>
                <a:ea typeface="Consolas"/>
                <a:cs typeface="Consolas"/>
                <a:sym typeface="Consolas"/>
              </a:rPr>
              <a:t>'./datastore'</a:t>
            </a:r>
            <a:r>
              <a:rPr b="0" i="0" lang="de-DE" sz="1800" u="none" cap="none" strike="noStrike">
                <a:solidFill>
                  <a:srgbClr val="080808"/>
                </a:solidFill>
                <a:latin typeface="Consolas"/>
                <a:ea typeface="Consolas"/>
                <a:cs typeface="Consolas"/>
                <a:sym typeface="Consolas"/>
              </a:rPr>
              <a:t>)</a:t>
            </a:r>
            <a:br>
              <a:rPr b="0" i="0" lang="de-DE" sz="1800" u="none" cap="none" strike="noStrike">
                <a:solidFill>
                  <a:srgbClr val="080808"/>
                </a:solidFill>
                <a:latin typeface="Consolas"/>
                <a:ea typeface="Consolas"/>
                <a:cs typeface="Consolas"/>
                <a:sym typeface="Consolas"/>
              </a:rPr>
            </a:br>
            <a:r>
              <a:rPr b="0" i="0" lang="de-DE" sz="1800" u="none" cap="none" strike="noStrike">
                <a:solidFill>
                  <a:srgbClr val="080808"/>
                </a:solidFill>
                <a:latin typeface="Consolas"/>
                <a:ea typeface="Consolas"/>
                <a:cs typeface="Consolas"/>
                <a:sym typeface="Consolas"/>
              </a:rPr>
              <a:t>    datastore.write(</a:t>
            </a:r>
            <a:r>
              <a:rPr b="0" i="0" lang="de-DE" sz="1800" u="none" cap="none" strike="noStrike">
                <a:solidFill>
                  <a:srgbClr val="067D17"/>
                </a:solidFill>
                <a:latin typeface="Consolas"/>
                <a:ea typeface="Consolas"/>
                <a:cs typeface="Consolas"/>
                <a:sym typeface="Consolas"/>
              </a:rPr>
              <a:t>'a/mydata.bin'</a:t>
            </a:r>
            <a:r>
              <a:rPr b="0" i="0" lang="de-DE" sz="1800" u="none" cap="none" strike="noStrike">
                <a:solidFill>
                  <a:srgbClr val="080808"/>
                </a:solidFill>
                <a:latin typeface="Consolas"/>
                <a:ea typeface="Consolas"/>
                <a:cs typeface="Consolas"/>
                <a:sym typeface="Consolas"/>
              </a:rPr>
              <a:t>, data)</a:t>
            </a:r>
            <a:br>
              <a:rPr b="0" i="0" lang="de-DE" sz="1800" u="none" cap="none" strike="noStrike">
                <a:solidFill>
                  <a:srgbClr val="080808"/>
                </a:solidFill>
                <a:latin typeface="Consolas"/>
                <a:ea typeface="Consolas"/>
                <a:cs typeface="Consolas"/>
                <a:sym typeface="Consolas"/>
              </a:rPr>
            </a:br>
            <a:br>
              <a:rPr b="0" i="0" lang="de-DE" sz="1800" u="none" cap="none" strike="noStrike">
                <a:solidFill>
                  <a:srgbClr val="080808"/>
                </a:solidFill>
                <a:latin typeface="Consolas"/>
                <a:ea typeface="Consolas"/>
                <a:cs typeface="Consolas"/>
                <a:sym typeface="Consolas"/>
              </a:rPr>
            </a:br>
            <a:r>
              <a:rPr b="0" i="0" lang="de-DE" sz="1800" u="none" cap="none" strike="noStrike">
                <a:solidFill>
                  <a:srgbClr val="080808"/>
                </a:solidFill>
                <a:latin typeface="Consolas"/>
                <a:ea typeface="Consolas"/>
                <a:cs typeface="Consolas"/>
                <a:sym typeface="Consolas"/>
              </a:rPr>
              <a:t>    </a:t>
            </a:r>
            <a:r>
              <a:rPr b="0" i="1" lang="de-DE" sz="1800" u="none" cap="none" strike="noStrike">
                <a:solidFill>
                  <a:srgbClr val="8C8C8C"/>
                </a:solidFill>
                <a:latin typeface="Consolas"/>
                <a:ea typeface="Consolas"/>
                <a:cs typeface="Consolas"/>
                <a:sym typeface="Consolas"/>
              </a:rPr>
              <a:t># This should pass!</a:t>
            </a:r>
            <a:br>
              <a:rPr b="0" i="1" lang="de-DE" sz="1800" u="none" cap="none" strike="noStrike">
                <a:solidFill>
                  <a:srgbClr val="8C8C8C"/>
                </a:solidFill>
                <a:latin typeface="Consolas"/>
                <a:ea typeface="Consolas"/>
                <a:cs typeface="Consolas"/>
                <a:sym typeface="Consolas"/>
              </a:rPr>
            </a:br>
            <a:r>
              <a:rPr b="0" i="1" lang="de-DE" sz="1800" u="none" cap="none" strike="noStrike">
                <a:solidFill>
                  <a:srgbClr val="8C8C8C"/>
                </a:solidFill>
                <a:latin typeface="Consolas"/>
                <a:ea typeface="Consolas"/>
                <a:cs typeface="Consolas"/>
                <a:sym typeface="Consolas"/>
              </a:rPr>
              <a:t>    </a:t>
            </a:r>
            <a:r>
              <a:rPr b="0" i="0" lang="de-DE" sz="1800" u="none" cap="none" strike="noStrike">
                <a:solidFill>
                  <a:srgbClr val="0033B3"/>
                </a:solidFill>
                <a:latin typeface="Consolas"/>
                <a:ea typeface="Consolas"/>
                <a:cs typeface="Consolas"/>
                <a:sym typeface="Consolas"/>
              </a:rPr>
              <a:t>assert </a:t>
            </a:r>
            <a:r>
              <a:rPr b="0" i="0" lang="de-DE" sz="1800" u="none" cap="none" strike="noStrike">
                <a:solidFill>
                  <a:srgbClr val="080808"/>
                </a:solidFill>
                <a:latin typeface="Consolas"/>
                <a:ea typeface="Consolas"/>
                <a:cs typeface="Consolas"/>
                <a:sym typeface="Consolas"/>
              </a:rPr>
              <a:t>os.path.exists(</a:t>
            </a:r>
            <a:r>
              <a:rPr b="0" i="0" lang="de-DE" sz="1800" u="none" cap="none" strike="noStrike">
                <a:solidFill>
                  <a:srgbClr val="067D17"/>
                </a:solidFill>
                <a:latin typeface="Consolas"/>
                <a:ea typeface="Consolas"/>
                <a:cs typeface="Consolas"/>
                <a:sym typeface="Consolas"/>
              </a:rPr>
              <a:t>'./datastore/a/mydata.bin’</a:t>
            </a:r>
            <a:r>
              <a:rPr b="0" i="0" lang="de-DE" sz="1800" u="none" cap="none" strike="noStrike">
                <a:solidFill>
                  <a:srgbClr val="080808"/>
                </a:solidFill>
                <a:latin typeface="Consolas"/>
                <a:ea typeface="Consolas"/>
                <a:cs typeface="Consolas"/>
                <a:sym typeface="Consolas"/>
              </a:rPr>
              <a:t>)</a:t>
            </a:r>
            <a:endParaRPr/>
          </a:p>
        </p:txBody>
      </p:sp>
      <p:sp>
        <p:nvSpPr>
          <p:cNvPr id="319" name="Google Shape;319;p30"/>
          <p:cNvSpPr/>
          <p:nvPr/>
        </p:nvSpPr>
        <p:spPr>
          <a:xfrm>
            <a:off x="9095209" y="181942"/>
            <a:ext cx="2764279" cy="3569541"/>
          </a:xfrm>
          <a:prstGeom prst="roundRect">
            <a:avLst>
              <a:gd fmla="val 15000" name="adj"/>
            </a:avLst>
          </a:prstGeom>
          <a:gradFill>
            <a:gsLst>
              <a:gs pos="0">
                <a:srgbClr val="C26249"/>
              </a:gs>
              <a:gs pos="50000">
                <a:srgbClr val="BF4611"/>
              </a:gs>
              <a:gs pos="100000">
                <a:srgbClr val="B03B08"/>
              </a:gs>
            </a:gsLst>
            <a:lin ang="5400000" scaled="0"/>
          </a:gradFill>
          <a:ln cap="flat" cmpd="sng" w="9525">
            <a:solidFill>
              <a:srgbClr val="B74919"/>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l">
              <a:lnSpc>
                <a:spcPct val="100000"/>
              </a:lnSpc>
              <a:spcBef>
                <a:spcPts val="0"/>
              </a:spcBef>
              <a:spcAft>
                <a:spcPts val="0"/>
              </a:spcAft>
              <a:buClr>
                <a:srgbClr val="FFFFFF"/>
              </a:buClr>
              <a:buSzPts val="1800"/>
              <a:buFont typeface="Calibri"/>
              <a:buNone/>
            </a:pPr>
            <a:r>
              <a:rPr b="0" i="0" lang="de-DE" sz="1800" u="none" cap="none" strike="noStrike">
                <a:solidFill>
                  <a:srgbClr val="FFFFFF"/>
                </a:solidFill>
                <a:latin typeface="Calibri"/>
                <a:ea typeface="Calibri"/>
                <a:cs typeface="Calibri"/>
                <a:sym typeface="Calibri"/>
              </a:rPr>
              <a:t>Change this exercise!!!!</a:t>
            </a:r>
            <a:endParaRPr/>
          </a:p>
          <a:p>
            <a:pPr indent="0" lvl="0" marL="0" marR="0" rtl="0" algn="l">
              <a:lnSpc>
                <a:spcPct val="10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800"/>
              <a:buFont typeface="Calibri"/>
              <a:buNone/>
            </a:pPr>
            <a:r>
              <a:rPr b="0" i="0" lang="de-DE" sz="1800" u="none" cap="none" strike="noStrike">
                <a:solidFill>
                  <a:srgbClr val="FFFFFF"/>
                </a:solidFill>
                <a:latin typeface="Calibri"/>
                <a:ea typeface="Calibri"/>
                <a:cs typeface="Calibri"/>
                <a:sym typeface="Calibri"/>
              </a:rPr>
              <a:t>Maybe debug a script or maybe even better - a test?</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sp>
        <p:nvSpPr>
          <p:cNvPr id="324" name="Google Shape;324;p31"/>
          <p:cNvSpPr txBox="1"/>
          <p:nvPr/>
        </p:nvSpPr>
        <p:spPr>
          <a:xfrm>
            <a:off x="4084319" y="6414760"/>
            <a:ext cx="4023362" cy="248305"/>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v2.0</a:t>
            </a:r>
            <a:endParaRPr/>
          </a:p>
        </p:txBody>
      </p:sp>
      <p:pic>
        <p:nvPicPr>
          <p:cNvPr descr="Picture 4" id="325" name="Google Shape;325;p31"/>
          <p:cNvPicPr preferRelativeResize="0"/>
          <p:nvPr/>
        </p:nvPicPr>
        <p:blipFill rotWithShape="1">
          <a:blip r:embed="rId3">
            <a:alphaModFix/>
          </a:blip>
          <a:srcRect b="0" l="0" r="0" t="0"/>
          <a:stretch/>
        </p:blipFill>
        <p:spPr>
          <a:xfrm>
            <a:off x="9152556" y="3813931"/>
            <a:ext cx="2678944" cy="2678944"/>
          </a:xfrm>
          <a:prstGeom prst="rect">
            <a:avLst/>
          </a:prstGeom>
          <a:noFill/>
          <a:ln>
            <a:noFill/>
          </a:ln>
        </p:spPr>
      </p:pic>
      <p:sp>
        <p:nvSpPr>
          <p:cNvPr id="326" name="Google Shape;326;p31"/>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b="0" i="0" lang="de-DE" sz="4400" u="none" cap="none" strike="noStrike">
                <a:solidFill>
                  <a:srgbClr val="000000"/>
                </a:solidFill>
                <a:latin typeface="Calibri"/>
                <a:ea typeface="Calibri"/>
                <a:cs typeface="Calibri"/>
                <a:sym typeface="Calibri"/>
              </a:rPr>
              <a:t>Static checking and linting</a:t>
            </a:r>
            <a:endParaRPr/>
          </a:p>
        </p:txBody>
      </p:sp>
      <p:sp>
        <p:nvSpPr>
          <p:cNvPr id="327" name="Google Shape;327;p31"/>
          <p:cNvSpPr txBox="1"/>
          <p:nvPr>
            <p:ph idx="1" type="body"/>
          </p:nvPr>
        </p:nvSpPr>
        <p:spPr>
          <a:xfrm>
            <a:off x="838200" y="1484783"/>
            <a:ext cx="10515600" cy="4692181"/>
          </a:xfrm>
          <a:prstGeom prst="rect">
            <a:avLst/>
          </a:prstGeom>
          <a:noFill/>
          <a:ln>
            <a:noFill/>
          </a:ln>
        </p:spPr>
        <p:txBody>
          <a:bodyPr anchorCtr="0" anchor="t" bIns="45700" lIns="45700" spcFirstLastPara="1" rIns="45700" wrap="square" tIns="45700">
            <a:normAutofit/>
          </a:bodyPr>
          <a:lstStyle/>
          <a:p>
            <a:pPr indent="0" lvl="0" marL="0" rtl="0" algn="l">
              <a:lnSpc>
                <a:spcPct val="90000"/>
              </a:lnSpc>
              <a:spcBef>
                <a:spcPts val="0"/>
              </a:spcBef>
              <a:spcAft>
                <a:spcPts val="0"/>
              </a:spcAft>
              <a:buClr>
                <a:srgbClr val="000000"/>
              </a:buClr>
              <a:buSzPts val="2800"/>
              <a:buNone/>
            </a:pPr>
            <a:r>
              <a:rPr lang="de-DE"/>
              <a:t>One of the problems with debugging in Python is that most bugs only appear when the code executes.</a:t>
            </a:r>
            <a:endParaRPr/>
          </a:p>
          <a:p>
            <a:pPr indent="0" lvl="0" marL="0" rtl="0" algn="l">
              <a:lnSpc>
                <a:spcPct val="90000"/>
              </a:lnSpc>
              <a:spcBef>
                <a:spcPts val="1000"/>
              </a:spcBef>
              <a:spcAft>
                <a:spcPts val="0"/>
              </a:spcAft>
              <a:buClr>
                <a:srgbClr val="000000"/>
              </a:buClr>
              <a:buSzPts val="2800"/>
              <a:buNone/>
            </a:pPr>
            <a:r>
              <a:rPr lang="de-DE"/>
              <a:t>“Static checking” tools analyze the code without executing it.</a:t>
            </a:r>
            <a:endParaRPr/>
          </a:p>
          <a:p>
            <a:pPr indent="-228600" lvl="0" marL="228600" rtl="0" algn="l">
              <a:lnSpc>
                <a:spcPct val="90000"/>
              </a:lnSpc>
              <a:spcBef>
                <a:spcPts val="1000"/>
              </a:spcBef>
              <a:spcAft>
                <a:spcPts val="0"/>
              </a:spcAft>
              <a:buClr>
                <a:srgbClr val="000000"/>
              </a:buClr>
              <a:buSzPts val="2800"/>
              <a:buChar char="•"/>
            </a:pPr>
            <a:r>
              <a:rPr lang="de-DE"/>
              <a:t>pep8</a:t>
            </a:r>
            <a:r>
              <a:rPr lang="de-DE">
                <a:latin typeface="Calibri"/>
                <a:ea typeface="Calibri"/>
                <a:cs typeface="Calibri"/>
                <a:sym typeface="Calibri"/>
              </a:rPr>
              <a:t>: check that the style of the files is compatible with PEP8</a:t>
            </a:r>
            <a:endParaRPr/>
          </a:p>
          <a:p>
            <a:pPr indent="-228600" lvl="0" marL="228600" rtl="0" algn="l">
              <a:lnSpc>
                <a:spcPct val="90000"/>
              </a:lnSpc>
              <a:spcBef>
                <a:spcPts val="1000"/>
              </a:spcBef>
              <a:spcAft>
                <a:spcPts val="0"/>
              </a:spcAft>
              <a:buClr>
                <a:srgbClr val="000000"/>
              </a:buClr>
              <a:buSzPts val="2800"/>
              <a:buChar char="•"/>
            </a:pPr>
            <a:r>
              <a:rPr lang="de-DE"/>
              <a:t>pyflakes</a:t>
            </a:r>
            <a:r>
              <a:rPr lang="de-DE">
                <a:latin typeface="Calibri"/>
                <a:ea typeface="Calibri"/>
                <a:cs typeface="Calibri"/>
                <a:sym typeface="Calibri"/>
              </a:rPr>
              <a:t>: look for errors like defined but unused variables, undefined names, etc.</a:t>
            </a:r>
            <a:endParaRPr/>
          </a:p>
          <a:p>
            <a:pPr indent="-228600" lvl="0" marL="228600" rtl="0" algn="l">
              <a:lnSpc>
                <a:spcPct val="90000"/>
              </a:lnSpc>
              <a:spcBef>
                <a:spcPts val="1000"/>
              </a:spcBef>
              <a:spcAft>
                <a:spcPts val="0"/>
              </a:spcAft>
              <a:buClr>
                <a:srgbClr val="000000"/>
              </a:buClr>
              <a:buSzPts val="2800"/>
              <a:buChar char="•"/>
            </a:pPr>
            <a:r>
              <a:rPr lang="de-DE"/>
              <a:t>flake8</a:t>
            </a:r>
            <a:r>
              <a:rPr lang="de-DE">
                <a:latin typeface="Calibri"/>
                <a:ea typeface="Calibri"/>
                <a:cs typeface="Calibri"/>
                <a:sym typeface="Calibri"/>
              </a:rPr>
              <a:t>: pep8 and pyflakes in a single, handy command</a:t>
            </a:r>
            <a:endParaRPr/>
          </a:p>
          <a:p>
            <a:pPr indent="-50800" lvl="0" marL="228600" rtl="0" algn="l">
              <a:lnSpc>
                <a:spcPct val="90000"/>
              </a:lnSpc>
              <a:spcBef>
                <a:spcPts val="1000"/>
              </a:spcBef>
              <a:spcAft>
                <a:spcPts val="0"/>
              </a:spcAft>
              <a:buClr>
                <a:srgbClr val="000000"/>
              </a:buClr>
              <a:buSzPts val="2800"/>
              <a:buNone/>
            </a:pPr>
            <a:r>
              <a:t/>
            </a:r>
            <a:endParaRPr>
              <a:latin typeface="Calibri"/>
              <a:ea typeface="Calibri"/>
              <a:cs typeface="Calibri"/>
              <a:sym typeface="Calibri"/>
            </a:endParaRPr>
          </a:p>
          <a:p>
            <a:pPr indent="-228600" lvl="0" marL="228600" rtl="0" algn="l">
              <a:lnSpc>
                <a:spcPct val="90000"/>
              </a:lnSpc>
              <a:spcBef>
                <a:spcPts val="1000"/>
              </a:spcBef>
              <a:spcAft>
                <a:spcPts val="0"/>
              </a:spcAft>
              <a:buClr>
                <a:srgbClr val="000000"/>
              </a:buClr>
              <a:buSzPts val="2800"/>
              <a:buChar char="•"/>
            </a:pPr>
            <a:r>
              <a:rPr lang="de-DE"/>
              <a:t>and also: </a:t>
            </a:r>
            <a:r>
              <a:rPr lang="de-DE">
                <a:latin typeface="Consolas"/>
                <a:ea typeface="Consolas"/>
                <a:cs typeface="Consolas"/>
                <a:sym typeface="Consolas"/>
              </a:rPr>
              <a:t>yapf, black, …</a:t>
            </a:r>
            <a:endParaRPr/>
          </a:p>
        </p:txBody>
      </p:sp>
      <p:sp>
        <p:nvSpPr>
          <p:cNvPr id="328" name="Google Shape;328;p31"/>
          <p:cNvSpPr txBox="1"/>
          <p:nvPr/>
        </p:nvSpPr>
        <p:spPr>
          <a:xfrm>
            <a:off x="883919" y="6414760"/>
            <a:ext cx="2651762" cy="248305"/>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August 2023, CC BY-SA 4.0</a:t>
            </a:r>
            <a:endParaRPr/>
          </a:p>
        </p:txBody>
      </p:sp>
      <p:sp>
        <p:nvSpPr>
          <p:cNvPr id="329" name="Google Shape;329;p31"/>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sp>
        <p:nvSpPr>
          <p:cNvPr id="330" name="Google Shape;330;p31"/>
          <p:cNvSpPr/>
          <p:nvPr/>
        </p:nvSpPr>
        <p:spPr>
          <a:xfrm>
            <a:off x="9095209" y="181942"/>
            <a:ext cx="2764279" cy="3569541"/>
          </a:xfrm>
          <a:prstGeom prst="roundRect">
            <a:avLst>
              <a:gd fmla="val 15000" name="adj"/>
            </a:avLst>
          </a:prstGeom>
          <a:gradFill>
            <a:gsLst>
              <a:gs pos="0">
                <a:srgbClr val="C26249"/>
              </a:gs>
              <a:gs pos="50000">
                <a:srgbClr val="BF4611"/>
              </a:gs>
              <a:gs pos="100000">
                <a:srgbClr val="B03B08"/>
              </a:gs>
            </a:gsLst>
            <a:lin ang="5400000" scaled="0"/>
          </a:gradFill>
          <a:ln cap="flat" cmpd="sng" w="9525">
            <a:solidFill>
              <a:srgbClr val="B74919"/>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l">
              <a:lnSpc>
                <a:spcPct val="100000"/>
              </a:lnSpc>
              <a:spcBef>
                <a:spcPts val="0"/>
              </a:spcBef>
              <a:spcAft>
                <a:spcPts val="0"/>
              </a:spcAft>
              <a:buClr>
                <a:srgbClr val="FFFFFF"/>
              </a:buClr>
              <a:buSzPts val="1800"/>
              <a:buFont typeface="Calibri"/>
              <a:buNone/>
            </a:pPr>
            <a:r>
              <a:rPr b="0" i="0" lang="de-DE" sz="1800" u="none" cap="none" strike="noStrike">
                <a:solidFill>
                  <a:srgbClr val="FFFFFF"/>
                </a:solidFill>
                <a:latin typeface="Calibri"/>
                <a:ea typeface="Calibri"/>
                <a:cs typeface="Calibri"/>
                <a:sym typeface="Calibri"/>
              </a:rPr>
              <a:t>Modify this and adapt to not have overlap with organising lecture</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32"/>
          <p:cNvSpPr txBox="1"/>
          <p:nvPr/>
        </p:nvSpPr>
        <p:spPr>
          <a:xfrm>
            <a:off x="4084319" y="6414760"/>
            <a:ext cx="4023362" cy="248305"/>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v2.0</a:t>
            </a:r>
            <a:endParaRPr/>
          </a:p>
        </p:txBody>
      </p:sp>
      <p:sp>
        <p:nvSpPr>
          <p:cNvPr id="336" name="Google Shape;336;p32"/>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b="0" i="0" lang="de-DE" sz="4400" u="none" cap="none" strike="noStrike">
                <a:solidFill>
                  <a:srgbClr val="000000"/>
                </a:solidFill>
                <a:latin typeface="Calibri"/>
                <a:ea typeface="Calibri"/>
                <a:cs typeface="Calibri"/>
                <a:sym typeface="Calibri"/>
              </a:rPr>
              <a:t>Hands-on!</a:t>
            </a:r>
            <a:endParaRPr/>
          </a:p>
        </p:txBody>
      </p:sp>
      <p:sp>
        <p:nvSpPr>
          <p:cNvPr id="337" name="Google Shape;337;p32"/>
          <p:cNvSpPr txBox="1"/>
          <p:nvPr>
            <p:ph idx="1" type="body"/>
          </p:nvPr>
        </p:nvSpPr>
        <p:spPr>
          <a:xfrm>
            <a:off x="838200" y="1358454"/>
            <a:ext cx="10515600" cy="4818509"/>
          </a:xfrm>
          <a:prstGeom prst="rect">
            <a:avLst/>
          </a:prstGeom>
          <a:noFill/>
          <a:ln>
            <a:noFill/>
          </a:ln>
        </p:spPr>
        <p:txBody>
          <a:bodyPr anchorCtr="0" anchor="t" bIns="45700" lIns="45700" spcFirstLastPara="1" rIns="45700" wrap="square" tIns="45700">
            <a:normAutofit/>
          </a:bodyPr>
          <a:lstStyle/>
          <a:p>
            <a:pPr indent="-228600" lvl="0" marL="228600" rtl="0" algn="l">
              <a:lnSpc>
                <a:spcPct val="90000"/>
              </a:lnSpc>
              <a:spcBef>
                <a:spcPts val="0"/>
              </a:spcBef>
              <a:spcAft>
                <a:spcPts val="0"/>
              </a:spcAft>
              <a:buClr>
                <a:srgbClr val="000000"/>
              </a:buClr>
              <a:buSzPts val="2800"/>
              <a:buChar char="•"/>
            </a:pPr>
            <a:r>
              <a:rPr b="0" i="0" lang="de-DE" sz="2800" u="none" cap="none" strike="noStrike">
                <a:solidFill>
                  <a:srgbClr val="000000"/>
                </a:solidFill>
                <a:latin typeface="Calibri"/>
                <a:ea typeface="Calibri"/>
                <a:cs typeface="Calibri"/>
                <a:sym typeface="Calibri"/>
              </a:rPr>
              <a:t>Fix the bug in </a:t>
            </a:r>
            <a:r>
              <a:rPr lang="de-DE" sz="2400">
                <a:latin typeface="Consolas"/>
                <a:ea typeface="Consolas"/>
                <a:cs typeface="Consolas"/>
                <a:sym typeface="Consolas"/>
              </a:rPr>
              <a:t>file_datastore.py</a:t>
            </a:r>
            <a:r>
              <a:rPr b="0" i="0" lang="de-DE" sz="2800" u="none" cap="none" strike="noStrike">
                <a:solidFill>
                  <a:srgbClr val="000000"/>
                </a:solidFill>
                <a:latin typeface="Calibri"/>
                <a:ea typeface="Calibri"/>
                <a:cs typeface="Calibri"/>
                <a:sym typeface="Calibri"/>
              </a:rPr>
              <a:t>, using the debugger</a:t>
            </a:r>
            <a:endParaRPr/>
          </a:p>
          <a:p>
            <a:pPr indent="-228600" lvl="0" marL="228600" rtl="0" algn="l">
              <a:lnSpc>
                <a:spcPct val="90000"/>
              </a:lnSpc>
              <a:spcBef>
                <a:spcPts val="1000"/>
              </a:spcBef>
              <a:spcAft>
                <a:spcPts val="0"/>
              </a:spcAft>
              <a:buClr>
                <a:srgbClr val="000000"/>
              </a:buClr>
              <a:buSzPts val="2800"/>
              <a:buChar char="•"/>
            </a:pPr>
            <a:r>
              <a:rPr b="0" i="0" lang="de-DE" sz="2800" u="none" cap="none" strike="noStrike">
                <a:solidFill>
                  <a:srgbClr val="000000"/>
                </a:solidFill>
                <a:latin typeface="Calibri"/>
                <a:ea typeface="Calibri"/>
                <a:cs typeface="Calibri"/>
                <a:sym typeface="Calibri"/>
              </a:rPr>
              <a:t>Submit a PR for issue #1 in the repository</a:t>
            </a:r>
            <a:endParaRPr/>
          </a:p>
        </p:txBody>
      </p:sp>
      <p:sp>
        <p:nvSpPr>
          <p:cNvPr id="338" name="Google Shape;338;p32"/>
          <p:cNvSpPr txBox="1"/>
          <p:nvPr/>
        </p:nvSpPr>
        <p:spPr>
          <a:xfrm>
            <a:off x="883919" y="6414760"/>
            <a:ext cx="2651762" cy="248305"/>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August 2023, CC BY-SA 4.0</a:t>
            </a:r>
            <a:endParaRPr/>
          </a:p>
        </p:txBody>
      </p:sp>
      <p:sp>
        <p:nvSpPr>
          <p:cNvPr id="339" name="Google Shape;339;p32"/>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sp>
        <p:nvSpPr>
          <p:cNvPr id="340" name="Google Shape;340;p32"/>
          <p:cNvSpPr/>
          <p:nvPr/>
        </p:nvSpPr>
        <p:spPr>
          <a:xfrm>
            <a:off x="152400" y="136524"/>
            <a:ext cx="11848256" cy="6584951"/>
          </a:xfrm>
          <a:prstGeom prst="rect">
            <a:avLst/>
          </a:prstGeom>
          <a:noFill/>
          <a:ln cap="flat" cmpd="sng" w="165100">
            <a:solidFill>
              <a:srgbClr val="00B050"/>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pic>
        <p:nvPicPr>
          <p:cNvPr descr="Picture 10" id="341" name="Google Shape;341;p32"/>
          <p:cNvPicPr preferRelativeResize="0"/>
          <p:nvPr/>
        </p:nvPicPr>
        <p:blipFill rotWithShape="1">
          <a:blip r:embed="rId3">
            <a:alphaModFix/>
          </a:blip>
          <a:srcRect b="0" l="0" r="0" t="0"/>
          <a:stretch/>
        </p:blipFill>
        <p:spPr>
          <a:xfrm>
            <a:off x="1055440" y="2926052"/>
            <a:ext cx="6438111" cy="3340605"/>
          </a:xfrm>
          <a:prstGeom prst="rect">
            <a:avLst/>
          </a:prstGeom>
          <a:noFill/>
          <a:ln>
            <a:noFill/>
          </a:ln>
        </p:spPr>
      </p:pic>
      <p:pic>
        <p:nvPicPr>
          <p:cNvPr descr="Picture 2" id="342" name="Google Shape;342;p32"/>
          <p:cNvPicPr preferRelativeResize="0"/>
          <p:nvPr/>
        </p:nvPicPr>
        <p:blipFill rotWithShape="1">
          <a:blip r:embed="rId4">
            <a:alphaModFix/>
          </a:blip>
          <a:srcRect b="0" l="0" r="0" t="0"/>
          <a:stretch/>
        </p:blipFill>
        <p:spPr>
          <a:xfrm>
            <a:off x="8832304" y="3589166"/>
            <a:ext cx="2677490" cy="2677491"/>
          </a:xfrm>
          <a:prstGeom prst="rect">
            <a:avLst/>
          </a:prstGeom>
          <a:noFill/>
          <a:ln>
            <a:noFill/>
          </a:ln>
        </p:spPr>
      </p:pic>
      <p:sp>
        <p:nvSpPr>
          <p:cNvPr id="343" name="Google Shape;343;p32"/>
          <p:cNvSpPr txBox="1"/>
          <p:nvPr/>
        </p:nvSpPr>
        <p:spPr>
          <a:xfrm>
            <a:off x="1026161" y="2556721"/>
            <a:ext cx="1872369" cy="333088"/>
          </a:xfrm>
          <a:prstGeom prst="rect">
            <a:avLst/>
          </a:prstGeom>
          <a:noFill/>
          <a:ln>
            <a:noFill/>
          </a:ln>
        </p:spPr>
        <p:txBody>
          <a:bodyPr anchorCtr="0" anchor="t" bIns="45700" lIns="45700" spcFirstLastPara="1" rIns="45700" wrap="square" tIns="45700">
            <a:spAutoFit/>
          </a:bodyPr>
          <a:lstStyle/>
          <a:p>
            <a:pPr indent="0" lvl="0" marL="0" marR="0" rtl="0" algn="l">
              <a:lnSpc>
                <a:spcPct val="100000"/>
              </a:lnSpc>
              <a:spcBef>
                <a:spcPts val="0"/>
              </a:spcBef>
              <a:spcAft>
                <a:spcPts val="0"/>
              </a:spcAft>
              <a:buClr>
                <a:srgbClr val="000000"/>
              </a:buClr>
              <a:buSzPts val="1800"/>
              <a:buFont typeface="Calibri"/>
              <a:buNone/>
            </a:pPr>
            <a:r>
              <a:rPr b="0" i="0" lang="de-DE" sz="1800" u="none" cap="none" strike="noStrike">
                <a:solidFill>
                  <a:srgbClr val="000000"/>
                </a:solidFill>
                <a:latin typeface="Calibri"/>
                <a:ea typeface="Calibri"/>
                <a:cs typeface="Calibri"/>
                <a:sym typeface="Calibri"/>
              </a:rPr>
              <a:t>pdb cheatsheet</a:t>
            </a:r>
            <a:endParaRPr b="0" i="0" sz="1800" u="none" cap="none" strike="noStrike">
              <a:solidFill>
                <a:srgbClr val="000000"/>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33"/>
          <p:cNvSpPr txBox="1"/>
          <p:nvPr/>
        </p:nvSpPr>
        <p:spPr>
          <a:xfrm>
            <a:off x="4084319" y="6414760"/>
            <a:ext cx="4023362" cy="248305"/>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v2.0</a:t>
            </a:r>
            <a:endParaRPr/>
          </a:p>
        </p:txBody>
      </p:sp>
      <p:pic>
        <p:nvPicPr>
          <p:cNvPr descr="Picture 4" id="349" name="Google Shape;349;p33"/>
          <p:cNvPicPr preferRelativeResize="0"/>
          <p:nvPr/>
        </p:nvPicPr>
        <p:blipFill rotWithShape="1">
          <a:blip r:embed="rId3">
            <a:alphaModFix/>
          </a:blip>
          <a:srcRect b="0" l="0" r="0" t="0"/>
          <a:stretch/>
        </p:blipFill>
        <p:spPr>
          <a:xfrm>
            <a:off x="9341076" y="3933054"/>
            <a:ext cx="2560188" cy="2560188"/>
          </a:xfrm>
          <a:prstGeom prst="rect">
            <a:avLst/>
          </a:prstGeom>
          <a:noFill/>
          <a:ln>
            <a:noFill/>
          </a:ln>
        </p:spPr>
      </p:pic>
      <p:sp>
        <p:nvSpPr>
          <p:cNvPr id="350" name="Google Shape;350;p33"/>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lang="de-DE"/>
              <a:t>Tools for Debugging</a:t>
            </a:r>
            <a:endParaRPr/>
          </a:p>
        </p:txBody>
      </p:sp>
      <p:sp>
        <p:nvSpPr>
          <p:cNvPr id="351" name="Google Shape;351;p33"/>
          <p:cNvSpPr txBox="1"/>
          <p:nvPr>
            <p:ph idx="1" type="body"/>
          </p:nvPr>
        </p:nvSpPr>
        <p:spPr>
          <a:xfrm>
            <a:off x="983431" y="1484783"/>
            <a:ext cx="9169860" cy="4692181"/>
          </a:xfrm>
          <a:prstGeom prst="rect">
            <a:avLst/>
          </a:prstGeom>
          <a:noFill/>
          <a:ln>
            <a:noFill/>
          </a:ln>
        </p:spPr>
        <p:txBody>
          <a:bodyPr anchorCtr="0" anchor="t" bIns="45700" lIns="45700" spcFirstLastPara="1" rIns="45700" wrap="square" tIns="45700">
            <a:normAutofit/>
          </a:bodyPr>
          <a:lstStyle/>
          <a:p>
            <a:pPr indent="-228600" lvl="0" marL="228600" rtl="0" algn="l">
              <a:lnSpc>
                <a:spcPct val="90000"/>
              </a:lnSpc>
              <a:spcBef>
                <a:spcPts val="0"/>
              </a:spcBef>
              <a:spcAft>
                <a:spcPts val="0"/>
              </a:spcAft>
              <a:buClr>
                <a:srgbClr val="000000"/>
              </a:buClr>
              <a:buSzPts val="2800"/>
              <a:buChar char="•"/>
            </a:pPr>
            <a:r>
              <a:rPr lang="de-DE"/>
              <a:t>Text editor + terminal 🡪 pdb (Python’s built-in debugger)</a:t>
            </a:r>
            <a:endParaRPr/>
          </a:p>
          <a:p>
            <a:pPr indent="-50800" lvl="0" marL="228600" rtl="0" algn="l">
              <a:lnSpc>
                <a:spcPct val="90000"/>
              </a:lnSpc>
              <a:spcBef>
                <a:spcPts val="1000"/>
              </a:spcBef>
              <a:spcAft>
                <a:spcPts val="0"/>
              </a:spcAft>
              <a:buClr>
                <a:srgbClr val="000000"/>
              </a:buClr>
              <a:buSzPts val="2800"/>
              <a:buNone/>
            </a:pPr>
            <a:r>
              <a:t/>
            </a:r>
            <a:endParaRPr/>
          </a:p>
          <a:p>
            <a:pPr indent="-228600" lvl="0" marL="228600" rtl="0" algn="l">
              <a:lnSpc>
                <a:spcPct val="90000"/>
              </a:lnSpc>
              <a:spcBef>
                <a:spcPts val="1000"/>
              </a:spcBef>
              <a:spcAft>
                <a:spcPts val="0"/>
              </a:spcAft>
              <a:buClr>
                <a:srgbClr val="000000"/>
              </a:buClr>
              <a:buSzPts val="2800"/>
              <a:buChar char="•"/>
            </a:pPr>
            <a:r>
              <a:rPr lang="de-DE"/>
              <a:t>VSCode (IDE) 🡪 VSCode built-in debugger</a:t>
            </a:r>
            <a:endParaRPr/>
          </a:p>
          <a:p>
            <a:pPr indent="-228600" lvl="0" marL="228600" rtl="0" algn="l">
              <a:lnSpc>
                <a:spcPct val="90000"/>
              </a:lnSpc>
              <a:spcBef>
                <a:spcPts val="1000"/>
              </a:spcBef>
              <a:spcAft>
                <a:spcPts val="0"/>
              </a:spcAft>
              <a:buClr>
                <a:srgbClr val="000000"/>
              </a:buClr>
              <a:buSzPts val="2800"/>
              <a:buChar char="•"/>
            </a:pPr>
            <a:r>
              <a:rPr lang="de-DE"/>
              <a:t>PyCharm (IDE) 🡪 PyCharm built-in debugger</a:t>
            </a:r>
            <a:endParaRPr/>
          </a:p>
          <a:p>
            <a:pPr indent="-50800" lvl="0" marL="228600" rtl="0" algn="l">
              <a:lnSpc>
                <a:spcPct val="90000"/>
              </a:lnSpc>
              <a:spcBef>
                <a:spcPts val="1000"/>
              </a:spcBef>
              <a:spcAft>
                <a:spcPts val="0"/>
              </a:spcAft>
              <a:buClr>
                <a:srgbClr val="000000"/>
              </a:buClr>
              <a:buSzPts val="2800"/>
              <a:buNone/>
            </a:pPr>
            <a:r>
              <a:t/>
            </a:r>
            <a:endParaRPr/>
          </a:p>
          <a:p>
            <a:pPr indent="-228600" lvl="0" marL="228600" rtl="0" algn="l">
              <a:lnSpc>
                <a:spcPct val="90000"/>
              </a:lnSpc>
              <a:spcBef>
                <a:spcPts val="1000"/>
              </a:spcBef>
              <a:spcAft>
                <a:spcPts val="0"/>
              </a:spcAft>
              <a:buClr>
                <a:srgbClr val="000000"/>
              </a:buClr>
              <a:buSzPts val="2800"/>
              <a:buChar char="•"/>
            </a:pPr>
            <a:r>
              <a:rPr lang="de-DE"/>
              <a:t>Jupyter 🡪 (?) built-in debugger</a:t>
            </a:r>
            <a:endParaRPr/>
          </a:p>
          <a:p>
            <a:pPr indent="-50800" lvl="0" marL="228600" rtl="0" algn="l">
              <a:lnSpc>
                <a:spcPct val="90000"/>
              </a:lnSpc>
              <a:spcBef>
                <a:spcPts val="1000"/>
              </a:spcBef>
              <a:spcAft>
                <a:spcPts val="0"/>
              </a:spcAft>
              <a:buClr>
                <a:srgbClr val="000000"/>
              </a:buClr>
              <a:buSzPts val="2800"/>
              <a:buNone/>
            </a:pPr>
            <a:r>
              <a:t/>
            </a:r>
            <a:endParaRPr/>
          </a:p>
        </p:txBody>
      </p:sp>
      <p:sp>
        <p:nvSpPr>
          <p:cNvPr id="352" name="Google Shape;352;p33"/>
          <p:cNvSpPr txBox="1"/>
          <p:nvPr/>
        </p:nvSpPr>
        <p:spPr>
          <a:xfrm>
            <a:off x="883919" y="6414760"/>
            <a:ext cx="2651762" cy="248305"/>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August 2023, CC BY-SA 4.0</a:t>
            </a:r>
            <a:endParaRPr/>
          </a:p>
        </p:txBody>
      </p:sp>
      <p:sp>
        <p:nvSpPr>
          <p:cNvPr id="353" name="Google Shape;353;p33"/>
          <p:cNvSpPr txBox="1"/>
          <p:nvPr>
            <p:ph idx="12" type="sldNum"/>
          </p:nvPr>
        </p:nvSpPr>
        <p:spPr>
          <a:xfrm>
            <a:off x="11172418" y="6414760"/>
            <a:ext cx="181383"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34"/>
          <p:cNvSpPr txBox="1"/>
          <p:nvPr/>
        </p:nvSpPr>
        <p:spPr>
          <a:xfrm>
            <a:off x="4084319" y="6414760"/>
            <a:ext cx="4023362" cy="248305"/>
          </a:xfrm>
          <a:prstGeom prst="rect">
            <a:avLst/>
          </a:prstGeom>
          <a:noFill/>
          <a:ln>
            <a:noFill/>
          </a:ln>
        </p:spPr>
        <p:txBody>
          <a:bodyPr anchorCtr="0" anchor="ctr" bIns="45700" lIns="45700" spcFirstLastPara="1" rIns="45700" wrap="square" tIns="45700">
            <a:spAutoFit/>
          </a:bodyPr>
          <a:lstStyle/>
          <a:p>
            <a:pPr indent="0" lvl="0" marL="0" marR="0" rtl="0" algn="ctr">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Debugging, v2.0</a:t>
            </a:r>
            <a:endParaRPr/>
          </a:p>
        </p:txBody>
      </p:sp>
      <p:sp>
        <p:nvSpPr>
          <p:cNvPr id="359" name="Google Shape;359;p34"/>
          <p:cNvSpPr txBox="1"/>
          <p:nvPr>
            <p:ph type="title"/>
          </p:nvPr>
        </p:nvSpPr>
        <p:spPr>
          <a:xfrm>
            <a:off x="838200" y="365125"/>
            <a:ext cx="10515600" cy="903634"/>
          </a:xfrm>
          <a:prstGeom prst="rect">
            <a:avLst/>
          </a:prstGeom>
          <a:noFill/>
          <a:ln>
            <a:noFill/>
          </a:ln>
        </p:spPr>
        <p:txBody>
          <a:bodyPr anchorCtr="0" anchor="ctr" bIns="45700" lIns="45700" spcFirstLastPara="1" rIns="45700" wrap="square" tIns="45700">
            <a:normAutofit/>
          </a:bodyPr>
          <a:lstStyle/>
          <a:p>
            <a:pPr indent="0" lvl="0" marL="0" rtl="0" algn="l">
              <a:lnSpc>
                <a:spcPct val="90000"/>
              </a:lnSpc>
              <a:spcBef>
                <a:spcPts val="0"/>
              </a:spcBef>
              <a:spcAft>
                <a:spcPts val="0"/>
              </a:spcAft>
              <a:buClr>
                <a:srgbClr val="000000"/>
              </a:buClr>
              <a:buSzPts val="4400"/>
              <a:buFont typeface="Calibri"/>
              <a:buNone/>
            </a:pPr>
            <a:r>
              <a:rPr b="0" i="0" lang="de-DE" sz="4400" u="none" cap="none" strike="noStrike">
                <a:solidFill>
                  <a:srgbClr val="000000"/>
                </a:solidFill>
                <a:latin typeface="Calibri"/>
                <a:ea typeface="Calibri"/>
                <a:cs typeface="Calibri"/>
                <a:sym typeface="Calibri"/>
              </a:rPr>
              <a:t>Hands-on!</a:t>
            </a:r>
            <a:endParaRPr/>
          </a:p>
        </p:txBody>
      </p:sp>
      <p:sp>
        <p:nvSpPr>
          <p:cNvPr id="360" name="Google Shape;360;p34"/>
          <p:cNvSpPr txBox="1"/>
          <p:nvPr>
            <p:ph idx="1" type="body"/>
          </p:nvPr>
        </p:nvSpPr>
        <p:spPr>
          <a:xfrm>
            <a:off x="838200" y="1484783"/>
            <a:ext cx="10515600" cy="4692181"/>
          </a:xfrm>
          <a:prstGeom prst="rect">
            <a:avLst/>
          </a:prstGeom>
          <a:noFill/>
          <a:ln>
            <a:noFill/>
          </a:ln>
        </p:spPr>
        <p:txBody>
          <a:bodyPr anchorCtr="0" anchor="t" bIns="45700" lIns="45700" spcFirstLastPara="1" rIns="45700" wrap="square" tIns="45700">
            <a:normAutofit/>
          </a:bodyPr>
          <a:lstStyle/>
          <a:p>
            <a:pPr indent="-228600" lvl="0" marL="228600" rtl="0" algn="l">
              <a:lnSpc>
                <a:spcPct val="90000"/>
              </a:lnSpc>
              <a:spcBef>
                <a:spcPts val="0"/>
              </a:spcBef>
              <a:spcAft>
                <a:spcPts val="0"/>
              </a:spcAft>
              <a:buClr>
                <a:srgbClr val="000000"/>
              </a:buClr>
              <a:buSzPts val="2800"/>
              <a:buChar char="•"/>
            </a:pPr>
            <a:r>
              <a:rPr b="0" i="0" lang="de-DE" sz="2800" u="none" cap="none" strike="noStrike">
                <a:solidFill>
                  <a:srgbClr val="000000"/>
                </a:solidFill>
                <a:latin typeface="Calibri"/>
                <a:ea typeface="Calibri"/>
                <a:cs typeface="Calibri"/>
                <a:sym typeface="Calibri"/>
              </a:rPr>
              <a:t>Run </a:t>
            </a:r>
            <a:r>
              <a:rPr lang="de-DE">
                <a:latin typeface="Consolas"/>
                <a:ea typeface="Consolas"/>
                <a:cs typeface="Consolas"/>
                <a:sym typeface="Consolas"/>
              </a:rPr>
              <a:t>flake8</a:t>
            </a:r>
            <a:r>
              <a:rPr b="0" i="0" lang="de-DE" sz="2800" u="none" cap="none" strike="noStrike">
                <a:solidFill>
                  <a:srgbClr val="000000"/>
                </a:solidFill>
                <a:latin typeface="Calibri"/>
                <a:ea typeface="Calibri"/>
                <a:cs typeface="Calibri"/>
                <a:sym typeface="Calibri"/>
              </a:rPr>
              <a:t> on one the files you edited today</a:t>
            </a:r>
            <a:endParaRPr/>
          </a:p>
        </p:txBody>
      </p:sp>
      <p:sp>
        <p:nvSpPr>
          <p:cNvPr id="361" name="Google Shape;361;p34"/>
          <p:cNvSpPr txBox="1"/>
          <p:nvPr/>
        </p:nvSpPr>
        <p:spPr>
          <a:xfrm>
            <a:off x="883919" y="6414760"/>
            <a:ext cx="2651762" cy="248305"/>
          </a:xfrm>
          <a:prstGeom prst="rect">
            <a:avLst/>
          </a:prstGeom>
          <a:noFill/>
          <a:ln>
            <a:noFill/>
          </a:ln>
        </p:spPr>
        <p:txBody>
          <a:bodyPr anchorCtr="0" anchor="ctr" bIns="45700" lIns="45700" spcFirstLastPara="1" rIns="45700" wrap="square" tIns="45700">
            <a:spAutoFit/>
          </a:bodyPr>
          <a:lstStyle/>
          <a:p>
            <a:pPr indent="0" lvl="0" marL="0" marR="0" rtl="0" algn="l">
              <a:lnSpc>
                <a:spcPct val="100000"/>
              </a:lnSpc>
              <a:spcBef>
                <a:spcPts val="0"/>
              </a:spcBef>
              <a:spcAft>
                <a:spcPts val="0"/>
              </a:spcAft>
              <a:buClr>
                <a:srgbClr val="888888"/>
              </a:buClr>
              <a:buSzPts val="1200"/>
              <a:buFont typeface="Calibri"/>
              <a:buNone/>
            </a:pPr>
            <a:r>
              <a:rPr b="0" i="0" lang="de-DE" sz="1200" u="none" cap="none" strike="noStrike">
                <a:solidFill>
                  <a:srgbClr val="888888"/>
                </a:solidFill>
                <a:latin typeface="Calibri"/>
                <a:ea typeface="Calibri"/>
                <a:cs typeface="Calibri"/>
                <a:sym typeface="Calibri"/>
              </a:rPr>
              <a:t>August 2023, CC BY-SA 4.0</a:t>
            </a:r>
            <a:endParaRPr/>
          </a:p>
        </p:txBody>
      </p:sp>
      <p:sp>
        <p:nvSpPr>
          <p:cNvPr id="362" name="Google Shape;362;p34"/>
          <p:cNvSpPr txBox="1"/>
          <p:nvPr>
            <p:ph idx="12" type="sldNum"/>
          </p:nvPr>
        </p:nvSpPr>
        <p:spPr>
          <a:xfrm>
            <a:off x="11095176" y="6414760"/>
            <a:ext cx="258624" cy="248305"/>
          </a:xfrm>
          <a:prstGeom prst="rect">
            <a:avLst/>
          </a:prstGeom>
          <a:noFill/>
          <a:ln>
            <a:noFill/>
          </a:ln>
        </p:spPr>
        <p:txBody>
          <a:bodyPr anchorCtr="0" anchor="ctr" bIns="45700" lIns="45700" spcFirstLastPara="1" rIns="45700" wrap="square" tIns="45700">
            <a:spAutoFit/>
          </a:bodyPr>
          <a:lstStyle/>
          <a:p>
            <a:pPr indent="0" lvl="0" marL="0" rtl="0" algn="r">
              <a:lnSpc>
                <a:spcPct val="100000"/>
              </a:lnSpc>
              <a:spcBef>
                <a:spcPts val="0"/>
              </a:spcBef>
              <a:spcAft>
                <a:spcPts val="0"/>
              </a:spcAft>
              <a:buClr>
                <a:srgbClr val="888888"/>
              </a:buClr>
              <a:buSzPts val="1200"/>
              <a:buFont typeface="Calibri"/>
              <a:buNone/>
            </a:pPr>
            <a:fld id="{00000000-1234-1234-1234-123412341234}" type="slidenum">
              <a:rPr lang="de-DE"/>
              <a:t>‹#›</a:t>
            </a:fld>
            <a:endParaRPr/>
          </a:p>
        </p:txBody>
      </p:sp>
      <p:pic>
        <p:nvPicPr>
          <p:cNvPr descr="Picture 4" id="363" name="Google Shape;363;p34"/>
          <p:cNvPicPr preferRelativeResize="0"/>
          <p:nvPr/>
        </p:nvPicPr>
        <p:blipFill rotWithShape="1">
          <a:blip r:embed="rId3">
            <a:alphaModFix/>
          </a:blip>
          <a:srcRect b="0" l="0" r="0" t="0"/>
          <a:stretch/>
        </p:blipFill>
        <p:spPr>
          <a:xfrm>
            <a:off x="8876634" y="3562424"/>
            <a:ext cx="2614540" cy="2614540"/>
          </a:xfrm>
          <a:prstGeom prst="rect">
            <a:avLst/>
          </a:prstGeom>
          <a:noFill/>
          <a:ln>
            <a:noFill/>
          </a:ln>
        </p:spPr>
      </p:pic>
      <p:sp>
        <p:nvSpPr>
          <p:cNvPr id="364" name="Google Shape;364;p34"/>
          <p:cNvSpPr/>
          <p:nvPr/>
        </p:nvSpPr>
        <p:spPr>
          <a:xfrm>
            <a:off x="152400" y="136524"/>
            <a:ext cx="11848256" cy="6584951"/>
          </a:xfrm>
          <a:prstGeom prst="rect">
            <a:avLst/>
          </a:prstGeom>
          <a:noFill/>
          <a:ln cap="flat" cmpd="sng" w="165100">
            <a:solidFill>
              <a:srgbClr val="00B050"/>
            </a:solidFill>
            <a:prstDash val="solid"/>
            <a:miter lim="8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FFFFFF"/>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